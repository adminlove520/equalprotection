
<file path=[Content_Types].xml><?xml version="1.0" encoding="utf-8"?>
<Types xmlns="http://schemas.openxmlformats.org/package/2006/content-types">
  <Default Extension="jpeg" ContentType="image/jpe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firstSlideNum="0" showSpecialPlsOnTitleSld="0">
  <p:sldMasterIdLst>
    <p:sldMasterId id="2147483648" r:id="rId1"/>
    <p:sldMasterId id="2147483660" r:id="rId3"/>
    <p:sldMasterId id="2147483672" r:id="rId4"/>
  </p:sldMasterIdLst>
  <p:notesMasterIdLst>
    <p:notesMasterId r:id="rId6"/>
  </p:notesMasterIdLst>
  <p:handoutMasterIdLst>
    <p:handoutMasterId r:id="rId70"/>
  </p:handoutMasterIdLst>
  <p:sldIdLst>
    <p:sldId id="287" r:id="rId5"/>
    <p:sldId id="506" r:id="rId7"/>
    <p:sldId id="457" r:id="rId8"/>
    <p:sldId id="508" r:id="rId9"/>
    <p:sldId id="509" r:id="rId10"/>
    <p:sldId id="510" r:id="rId11"/>
    <p:sldId id="511" r:id="rId12"/>
    <p:sldId id="512" r:id="rId13"/>
    <p:sldId id="513" r:id="rId14"/>
    <p:sldId id="514" r:id="rId15"/>
    <p:sldId id="515" r:id="rId16"/>
    <p:sldId id="516" r:id="rId17"/>
    <p:sldId id="564" r:id="rId18"/>
    <p:sldId id="565" r:id="rId19"/>
    <p:sldId id="566" r:id="rId20"/>
    <p:sldId id="567" r:id="rId21"/>
    <p:sldId id="524" r:id="rId22"/>
    <p:sldId id="517" r:id="rId23"/>
    <p:sldId id="518" r:id="rId24"/>
    <p:sldId id="519" r:id="rId25"/>
    <p:sldId id="521" r:id="rId26"/>
    <p:sldId id="520" r:id="rId27"/>
    <p:sldId id="522" r:id="rId28"/>
    <p:sldId id="523" r:id="rId29"/>
    <p:sldId id="525" r:id="rId30"/>
    <p:sldId id="527" r:id="rId31"/>
    <p:sldId id="528" r:id="rId32"/>
    <p:sldId id="529" r:id="rId33"/>
    <p:sldId id="530" r:id="rId34"/>
    <p:sldId id="531" r:id="rId35"/>
    <p:sldId id="533" r:id="rId36"/>
    <p:sldId id="532" r:id="rId37"/>
    <p:sldId id="534" r:id="rId38"/>
    <p:sldId id="535" r:id="rId39"/>
    <p:sldId id="536" r:id="rId40"/>
    <p:sldId id="537" r:id="rId41"/>
    <p:sldId id="480" r:id="rId42"/>
    <p:sldId id="538" r:id="rId43"/>
    <p:sldId id="539" r:id="rId44"/>
    <p:sldId id="540" r:id="rId45"/>
    <p:sldId id="484" r:id="rId46"/>
    <p:sldId id="541" r:id="rId47"/>
    <p:sldId id="542" r:id="rId48"/>
    <p:sldId id="544" r:id="rId49"/>
    <p:sldId id="543" r:id="rId50"/>
    <p:sldId id="545" r:id="rId51"/>
    <p:sldId id="546" r:id="rId52"/>
    <p:sldId id="547" r:id="rId53"/>
    <p:sldId id="548" r:id="rId54"/>
    <p:sldId id="549" r:id="rId55"/>
    <p:sldId id="550" r:id="rId56"/>
    <p:sldId id="551" r:id="rId57"/>
    <p:sldId id="552" r:id="rId58"/>
    <p:sldId id="553" r:id="rId59"/>
    <p:sldId id="554" r:id="rId60"/>
    <p:sldId id="555" r:id="rId61"/>
    <p:sldId id="556" r:id="rId62"/>
    <p:sldId id="557" r:id="rId63"/>
    <p:sldId id="558" r:id="rId64"/>
    <p:sldId id="559" r:id="rId65"/>
    <p:sldId id="560" r:id="rId66"/>
    <p:sldId id="561" r:id="rId67"/>
    <p:sldId id="562" r:id="rId68"/>
    <p:sldId id="563" r:id="rId69"/>
  </p:sldIdLst>
  <p:sldSz cx="12160250" cy="6840220"/>
  <p:notesSz cx="7099300" cy="10234295"/>
  <p:defaultTextStyle>
    <a:defPPr>
      <a:defRPr lang="zh-CN"/>
    </a:defPPr>
    <a:lvl1pPr marL="0" algn="l" defTabSz="812165" rtl="0" eaLnBrk="1" latinLnBrk="0" hangingPunct="1">
      <a:defRPr sz="1600" kern="1200">
        <a:solidFill>
          <a:schemeClr val="tx1"/>
        </a:solidFill>
        <a:latin typeface="+mn-lt"/>
        <a:ea typeface="+mn-ea"/>
        <a:cs typeface="+mn-cs"/>
      </a:defRPr>
    </a:lvl1pPr>
    <a:lvl2pPr marL="406400" algn="l" defTabSz="812165" rtl="0" eaLnBrk="1" latinLnBrk="0" hangingPunct="1">
      <a:defRPr sz="1600" kern="1200">
        <a:solidFill>
          <a:schemeClr val="tx1"/>
        </a:solidFill>
        <a:latin typeface="+mn-lt"/>
        <a:ea typeface="+mn-ea"/>
        <a:cs typeface="+mn-cs"/>
      </a:defRPr>
    </a:lvl2pPr>
    <a:lvl3pPr marL="812165" algn="l" defTabSz="812165" rtl="0" eaLnBrk="1" latinLnBrk="0" hangingPunct="1">
      <a:defRPr sz="1600" kern="1200">
        <a:solidFill>
          <a:schemeClr val="tx1"/>
        </a:solidFill>
        <a:latin typeface="+mn-lt"/>
        <a:ea typeface="+mn-ea"/>
        <a:cs typeface="+mn-cs"/>
      </a:defRPr>
    </a:lvl3pPr>
    <a:lvl4pPr marL="1218565" algn="l" defTabSz="812165" rtl="0" eaLnBrk="1" latinLnBrk="0" hangingPunct="1">
      <a:defRPr sz="1600" kern="1200">
        <a:solidFill>
          <a:schemeClr val="tx1"/>
        </a:solidFill>
        <a:latin typeface="+mn-lt"/>
        <a:ea typeface="+mn-ea"/>
        <a:cs typeface="+mn-cs"/>
      </a:defRPr>
    </a:lvl4pPr>
    <a:lvl5pPr marL="1624330" algn="l" defTabSz="812165" rtl="0" eaLnBrk="1" latinLnBrk="0" hangingPunct="1">
      <a:defRPr sz="1600" kern="1200">
        <a:solidFill>
          <a:schemeClr val="tx1"/>
        </a:solidFill>
        <a:latin typeface="+mn-lt"/>
        <a:ea typeface="+mn-ea"/>
        <a:cs typeface="+mn-cs"/>
      </a:defRPr>
    </a:lvl5pPr>
    <a:lvl6pPr marL="2030730" algn="l" defTabSz="812165" rtl="0" eaLnBrk="1" latinLnBrk="0" hangingPunct="1">
      <a:defRPr sz="1600" kern="1200">
        <a:solidFill>
          <a:schemeClr val="tx1"/>
        </a:solidFill>
        <a:latin typeface="+mn-lt"/>
        <a:ea typeface="+mn-ea"/>
        <a:cs typeface="+mn-cs"/>
      </a:defRPr>
    </a:lvl6pPr>
    <a:lvl7pPr marL="2436495" algn="l" defTabSz="812165" rtl="0" eaLnBrk="1" latinLnBrk="0" hangingPunct="1">
      <a:defRPr sz="1600" kern="1200">
        <a:solidFill>
          <a:schemeClr val="tx1"/>
        </a:solidFill>
        <a:latin typeface="+mn-lt"/>
        <a:ea typeface="+mn-ea"/>
        <a:cs typeface="+mn-cs"/>
      </a:defRPr>
    </a:lvl7pPr>
    <a:lvl8pPr marL="2842895" algn="l" defTabSz="812165" rtl="0" eaLnBrk="1" latinLnBrk="0" hangingPunct="1">
      <a:defRPr sz="1600" kern="1200">
        <a:solidFill>
          <a:schemeClr val="tx1"/>
        </a:solidFill>
        <a:latin typeface="+mn-lt"/>
        <a:ea typeface="+mn-ea"/>
        <a:cs typeface="+mn-cs"/>
      </a:defRPr>
    </a:lvl8pPr>
    <a:lvl9pPr marL="3248660" algn="l" defTabSz="812165" rtl="0" eaLnBrk="1" latinLnBrk="0" hangingPunct="1">
      <a:defRPr sz="16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16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96" autoAdjust="0"/>
    <p:restoredTop sz="81957" autoAdjust="0"/>
  </p:normalViewPr>
  <p:slideViewPr>
    <p:cSldViewPr snapToGrid="0">
      <p:cViewPr varScale="1">
        <p:scale>
          <a:sx n="104" d="100"/>
          <a:sy n="104" d="100"/>
        </p:scale>
        <p:origin x="920" y="200"/>
      </p:cViewPr>
      <p:guideLst/>
    </p:cSldViewPr>
  </p:slideViewPr>
  <p:notesTextViewPr>
    <p:cViewPr>
      <p:scale>
        <a:sx n="1" d="1"/>
        <a:sy n="1" d="1"/>
      </p:scale>
      <p:origin x="0" y="0"/>
    </p:cViewPr>
  </p:notesTextViewPr>
  <p:notesViewPr>
    <p:cSldViewPr snapToGrid="0">
      <p:cViewPr varScale="1">
        <p:scale>
          <a:sx n="88" d="100"/>
          <a:sy n="88" d="100"/>
        </p:scale>
        <p:origin x="3822"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handoutMaster" Target="handoutMasters/handoutMaster1.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3508"/>
          </a:xfrm>
          <a:prstGeom prst="rect">
            <a:avLst/>
          </a:prstGeom>
        </p:spPr>
        <p:txBody>
          <a:bodyPr vert="horz" lIns="99038" tIns="49520" rIns="99038" bIns="49520" rtlCol="0"/>
          <a:lstStyle>
            <a:lvl1pPr algn="l">
              <a:defRPr sz="1300"/>
            </a:lvl1pPr>
          </a:lstStyle>
          <a:p>
            <a:endParaRPr lang="zh-CN" altLang="en-US"/>
          </a:p>
        </p:txBody>
      </p:sp>
      <p:sp>
        <p:nvSpPr>
          <p:cNvPr id="3" name="日期占位符 2"/>
          <p:cNvSpPr>
            <a:spLocks noGrp="1"/>
          </p:cNvSpPr>
          <p:nvPr>
            <p:ph type="dt" sz="quarter" idx="1"/>
          </p:nvPr>
        </p:nvSpPr>
        <p:spPr>
          <a:xfrm>
            <a:off x="4021294" y="0"/>
            <a:ext cx="3076363" cy="513508"/>
          </a:xfrm>
          <a:prstGeom prst="rect">
            <a:avLst/>
          </a:prstGeom>
        </p:spPr>
        <p:txBody>
          <a:bodyPr vert="horz" lIns="99038" tIns="49520" rIns="99038" bIns="49520" rtlCol="0"/>
          <a:lstStyle>
            <a:lvl1pPr algn="r">
              <a:defRPr sz="1300"/>
            </a:lvl1pPr>
          </a:lstStyle>
          <a:p>
            <a:fld id="{07623F09-D065-4E38-AB1A-3FB4FA4AA8C9}" type="datetimeFigureOut">
              <a:rPr lang="zh-CN" altLang="en-US" smtClean="0"/>
            </a:fld>
            <a:endParaRPr lang="zh-CN" altLang="en-US"/>
          </a:p>
        </p:txBody>
      </p:sp>
      <p:sp>
        <p:nvSpPr>
          <p:cNvPr id="4" name="页脚占位符 3"/>
          <p:cNvSpPr>
            <a:spLocks noGrp="1"/>
          </p:cNvSpPr>
          <p:nvPr>
            <p:ph type="ftr" sz="quarter" idx="2"/>
          </p:nvPr>
        </p:nvSpPr>
        <p:spPr>
          <a:xfrm>
            <a:off x="0" y="9721108"/>
            <a:ext cx="3076363" cy="513507"/>
          </a:xfrm>
          <a:prstGeom prst="rect">
            <a:avLst/>
          </a:prstGeom>
        </p:spPr>
        <p:txBody>
          <a:bodyPr vert="horz" lIns="99038" tIns="49520" rIns="99038" bIns="49520"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4" y="9721108"/>
            <a:ext cx="3076363" cy="513507"/>
          </a:xfrm>
          <a:prstGeom prst="rect">
            <a:avLst/>
          </a:prstGeom>
        </p:spPr>
        <p:txBody>
          <a:bodyPr vert="horz" lIns="99038" tIns="49520" rIns="99038" bIns="49520" rtlCol="0" anchor="b"/>
          <a:lstStyle>
            <a:lvl1pPr algn="r">
              <a:defRPr sz="1300"/>
            </a:lvl1pPr>
          </a:lstStyle>
          <a:p>
            <a:fld id="{1FAD41F6-F6CE-46BA-83E0-8AB173E84BEE}"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3508"/>
          </a:xfrm>
          <a:prstGeom prst="rect">
            <a:avLst/>
          </a:prstGeom>
        </p:spPr>
        <p:txBody>
          <a:bodyPr vert="horz" lIns="99038" tIns="49520" rIns="99038" bIns="49520" rtlCol="0"/>
          <a:lstStyle>
            <a:lvl1pPr algn="l">
              <a:defRPr sz="1300"/>
            </a:lvl1pPr>
          </a:lstStyle>
          <a:p>
            <a:endParaRPr lang="zh-CN" altLang="en-US"/>
          </a:p>
        </p:txBody>
      </p:sp>
      <p:sp>
        <p:nvSpPr>
          <p:cNvPr id="3" name="日期占位符 2"/>
          <p:cNvSpPr>
            <a:spLocks noGrp="1"/>
          </p:cNvSpPr>
          <p:nvPr>
            <p:ph type="dt" idx="1"/>
          </p:nvPr>
        </p:nvSpPr>
        <p:spPr>
          <a:xfrm>
            <a:off x="4021294" y="0"/>
            <a:ext cx="3076363" cy="513508"/>
          </a:xfrm>
          <a:prstGeom prst="rect">
            <a:avLst/>
          </a:prstGeom>
        </p:spPr>
        <p:txBody>
          <a:bodyPr vert="horz" lIns="99038" tIns="49520" rIns="99038" bIns="49520" rtlCol="0"/>
          <a:lstStyle>
            <a:lvl1pPr algn="r">
              <a:defRPr sz="1300"/>
            </a:lvl1pPr>
          </a:lstStyle>
          <a:p>
            <a:fld id="{5F86B548-28F2-417C-AA2D-E15A7547001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38" tIns="49520" rIns="99038" bIns="49520" rtlCol="0" anchor="ctr"/>
          <a:lstStyle/>
          <a:p>
            <a:endParaRPr lang="zh-CN" altLang="en-US"/>
          </a:p>
        </p:txBody>
      </p:sp>
      <p:sp>
        <p:nvSpPr>
          <p:cNvPr id="5" name="备注占位符 4"/>
          <p:cNvSpPr>
            <a:spLocks noGrp="1"/>
          </p:cNvSpPr>
          <p:nvPr>
            <p:ph type="body" sz="quarter" idx="3"/>
          </p:nvPr>
        </p:nvSpPr>
        <p:spPr>
          <a:xfrm>
            <a:off x="709930" y="4925407"/>
            <a:ext cx="5679440" cy="4029879"/>
          </a:xfrm>
          <a:prstGeom prst="rect">
            <a:avLst/>
          </a:prstGeom>
        </p:spPr>
        <p:txBody>
          <a:bodyPr vert="horz" lIns="99038" tIns="49520" rIns="99038" bIns="495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108"/>
            <a:ext cx="3076363" cy="513507"/>
          </a:xfrm>
          <a:prstGeom prst="rect">
            <a:avLst/>
          </a:prstGeom>
        </p:spPr>
        <p:txBody>
          <a:bodyPr vert="horz" lIns="99038" tIns="49520" rIns="99038" bIns="49520"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1294" y="9721108"/>
            <a:ext cx="3076363" cy="513507"/>
          </a:xfrm>
          <a:prstGeom prst="rect">
            <a:avLst/>
          </a:prstGeom>
        </p:spPr>
        <p:txBody>
          <a:bodyPr vert="horz" lIns="99038" tIns="49520" rIns="99038" bIns="49520" rtlCol="0" anchor="b"/>
          <a:lstStyle>
            <a:lvl1pPr algn="r">
              <a:defRPr sz="1300"/>
            </a:lvl1pPr>
          </a:lstStyle>
          <a:p>
            <a:fld id="{3258706D-830D-4329-9661-163A3FBF6340}"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812165" rtl="0" eaLnBrk="1" latinLnBrk="0" hangingPunct="1">
      <a:defRPr sz="1065" kern="1200">
        <a:solidFill>
          <a:schemeClr val="tx1"/>
        </a:solidFill>
        <a:latin typeface="+mn-lt"/>
        <a:ea typeface="+mn-ea"/>
        <a:cs typeface="+mn-cs"/>
      </a:defRPr>
    </a:lvl1pPr>
    <a:lvl2pPr marL="406400" algn="l" defTabSz="812165" rtl="0" eaLnBrk="1" latinLnBrk="0" hangingPunct="1">
      <a:defRPr sz="1065" kern="1200">
        <a:solidFill>
          <a:schemeClr val="tx1"/>
        </a:solidFill>
        <a:latin typeface="+mn-lt"/>
        <a:ea typeface="+mn-ea"/>
        <a:cs typeface="+mn-cs"/>
      </a:defRPr>
    </a:lvl2pPr>
    <a:lvl3pPr marL="812165" algn="l" defTabSz="812165" rtl="0" eaLnBrk="1" latinLnBrk="0" hangingPunct="1">
      <a:defRPr sz="1065" kern="1200">
        <a:solidFill>
          <a:schemeClr val="tx1"/>
        </a:solidFill>
        <a:latin typeface="+mn-lt"/>
        <a:ea typeface="+mn-ea"/>
        <a:cs typeface="+mn-cs"/>
      </a:defRPr>
    </a:lvl3pPr>
    <a:lvl4pPr marL="1218565" algn="l" defTabSz="812165" rtl="0" eaLnBrk="1" latinLnBrk="0" hangingPunct="1">
      <a:defRPr sz="1065" kern="1200">
        <a:solidFill>
          <a:schemeClr val="tx1"/>
        </a:solidFill>
        <a:latin typeface="+mn-lt"/>
        <a:ea typeface="+mn-ea"/>
        <a:cs typeface="+mn-cs"/>
      </a:defRPr>
    </a:lvl4pPr>
    <a:lvl5pPr marL="1624330" algn="l" defTabSz="812165" rtl="0" eaLnBrk="1" latinLnBrk="0" hangingPunct="1">
      <a:defRPr sz="1065" kern="1200">
        <a:solidFill>
          <a:schemeClr val="tx1"/>
        </a:solidFill>
        <a:latin typeface="+mn-lt"/>
        <a:ea typeface="+mn-ea"/>
        <a:cs typeface="+mn-cs"/>
      </a:defRPr>
    </a:lvl5pPr>
    <a:lvl6pPr marL="2030730" algn="l" defTabSz="812165" rtl="0" eaLnBrk="1" latinLnBrk="0" hangingPunct="1">
      <a:defRPr sz="1065" kern="1200">
        <a:solidFill>
          <a:schemeClr val="tx1"/>
        </a:solidFill>
        <a:latin typeface="+mn-lt"/>
        <a:ea typeface="+mn-ea"/>
        <a:cs typeface="+mn-cs"/>
      </a:defRPr>
    </a:lvl6pPr>
    <a:lvl7pPr marL="2436495" algn="l" defTabSz="812165" rtl="0" eaLnBrk="1" latinLnBrk="0" hangingPunct="1">
      <a:defRPr sz="1065" kern="1200">
        <a:solidFill>
          <a:schemeClr val="tx1"/>
        </a:solidFill>
        <a:latin typeface="+mn-lt"/>
        <a:ea typeface="+mn-ea"/>
        <a:cs typeface="+mn-cs"/>
      </a:defRPr>
    </a:lvl7pPr>
    <a:lvl8pPr marL="2842895" algn="l" defTabSz="812165" rtl="0" eaLnBrk="1" latinLnBrk="0" hangingPunct="1">
      <a:defRPr sz="1065" kern="1200">
        <a:solidFill>
          <a:schemeClr val="tx1"/>
        </a:solidFill>
        <a:latin typeface="+mn-lt"/>
        <a:ea typeface="+mn-ea"/>
        <a:cs typeface="+mn-cs"/>
      </a:defRPr>
    </a:lvl8pPr>
    <a:lvl9pPr marL="3248660" algn="l" defTabSz="812165" rtl="0" eaLnBrk="1" latinLnBrk="0" hangingPunct="1">
      <a:defRPr sz="106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58706D-830D-4329-9661-163A3FBF634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0511" y="1119188"/>
            <a:ext cx="9119230" cy="238125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0511" y="3592514"/>
            <a:ext cx="9119230" cy="1652587"/>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5" name="页脚占位符 4"/>
          <p:cNvSpPr>
            <a:spLocks noGrp="1"/>
          </p:cNvSpPr>
          <p:nvPr>
            <p:ph type="ftr" sz="quarter" idx="11"/>
          </p:nvPr>
        </p:nvSpPr>
        <p:spPr>
          <a:xfrm>
            <a:off x="4027246" y="6340475"/>
            <a:ext cx="4105760" cy="363538"/>
          </a:xfrm>
          <a:prstGeom prst="rect">
            <a:avLst/>
          </a:prstGeom>
        </p:spPr>
        <p:txBody>
          <a:body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79731" y="1488759"/>
            <a:ext cx="10486540" cy="1322387"/>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836856" y="1820864"/>
            <a:ext cx="10486540" cy="4340225"/>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dirty="0"/>
          </a:p>
        </p:txBody>
      </p:sp>
      <p:sp>
        <p:nvSpPr>
          <p:cNvPr id="6" name="Slide Number Placeholder 3"/>
          <p:cNvSpPr>
            <a:spLocks noGrp="1"/>
          </p:cNvSpPr>
          <p:nvPr>
            <p:ph type="sldNum" sz="quarter" idx="4"/>
          </p:nvPr>
        </p:nvSpPr>
        <p:spPr>
          <a:xfrm>
            <a:off x="4043609" y="6393270"/>
            <a:ext cx="2736056" cy="364195"/>
          </a:xfrm>
          <a:prstGeom prst="rect">
            <a:avLst/>
          </a:prstGeom>
        </p:spPr>
        <p:txBody>
          <a:bodyPr/>
          <a:lstStyle>
            <a:lvl1pPr algn="ctr">
              <a:defRPr>
                <a:solidFill>
                  <a:srgbClr val="FF0000"/>
                </a:solidFill>
              </a:defRPr>
            </a:lvl1pPr>
          </a:lstStyle>
          <a:p>
            <a:fld id="{A6F68E66-2D7B-46EE-A45B-944EE6D475CA}" type="slidenum">
              <a:rPr lang="zh-CN" altLang="en-US" smtClean="0"/>
            </a:fld>
            <a:endParaRPr lang="zh-CN" altLang="en-US"/>
          </a:p>
        </p:txBody>
      </p:sp>
      <p:sp>
        <p:nvSpPr>
          <p:cNvPr id="5" name="矩形 4"/>
          <p:cNvSpPr/>
          <p:nvPr userDrawn="1"/>
        </p:nvSpPr>
        <p:spPr>
          <a:xfrm>
            <a:off x="9184640" y="0"/>
            <a:ext cx="2975610" cy="633095"/>
          </a:xfrm>
          <a:prstGeom prst="rect">
            <a:avLst/>
          </a:prstGeom>
          <a:solidFill>
            <a:srgbClr val="FFFFFF"/>
          </a:solidFill>
          <a:ln>
            <a:noFill/>
          </a:ln>
        </p:spPr>
        <p:txBody>
          <a:bodyPr vert="horz" wrap="square" lIns="0" tIns="0" rIns="0" bIns="0" numCol="1" anchor="ctr" anchorCtr="0" compatLnSpc="1">
            <a:spAutoFit/>
          </a:bodyPr>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29196" y="1704975"/>
            <a:ext cx="10488454" cy="2846388"/>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29196" y="4578351"/>
            <a:ext cx="10488454" cy="1495425"/>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6" name="Slide Number Placeholder 3"/>
          <p:cNvSpPr>
            <a:spLocks noGrp="1"/>
          </p:cNvSpPr>
          <p:nvPr>
            <p:ph type="sldNum" sz="quarter" idx="4"/>
          </p:nvPr>
        </p:nvSpPr>
        <p:spPr>
          <a:xfrm>
            <a:off x="4043609" y="6393270"/>
            <a:ext cx="2736056" cy="364195"/>
          </a:xfrm>
          <a:prstGeom prst="rect">
            <a:avLst/>
          </a:prstGeom>
        </p:spPr>
        <p:txBody>
          <a:bodyPr/>
          <a:lstStyle>
            <a:lvl1pPr algn="ctr">
              <a:defRPr>
                <a:solidFill>
                  <a:srgbClr val="FF0000"/>
                </a:solidFill>
              </a:defRPr>
            </a:lvl1pPr>
          </a:lstStyle>
          <a:p>
            <a:fld id="{A6F68E66-2D7B-46EE-A45B-944EE6D475C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6540" cy="1322387"/>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6856" y="1820864"/>
            <a:ext cx="5151350" cy="4340225"/>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046" y="1820864"/>
            <a:ext cx="5151350" cy="4340225"/>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7" name="Slide Number Placeholder 3"/>
          <p:cNvSpPr>
            <a:spLocks noGrp="1"/>
          </p:cNvSpPr>
          <p:nvPr>
            <p:ph type="sldNum" sz="quarter" idx="4"/>
          </p:nvPr>
        </p:nvSpPr>
        <p:spPr>
          <a:xfrm>
            <a:off x="4043609" y="6393270"/>
            <a:ext cx="2736056" cy="364195"/>
          </a:xfrm>
          <a:prstGeom prst="rect">
            <a:avLst/>
          </a:prstGeom>
        </p:spPr>
        <p:txBody>
          <a:bodyPr/>
          <a:lstStyle>
            <a:lvl1pPr algn="ctr">
              <a:defRPr>
                <a:solidFill>
                  <a:srgbClr val="FF0000"/>
                </a:solidFill>
              </a:defRPr>
            </a:lvl1pPr>
          </a:lstStyle>
          <a:p>
            <a:fld id="{A6F68E66-2D7B-46EE-A45B-944EE6D475C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8454" cy="1322387"/>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6856" y="1676400"/>
            <a:ext cx="5145604" cy="8223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6856" y="2498726"/>
            <a:ext cx="5145604" cy="3675063"/>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56726" y="1676400"/>
            <a:ext cx="5168584" cy="8223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56726" y="2498726"/>
            <a:ext cx="5168584" cy="3675063"/>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8" name="页脚占位符 7"/>
          <p:cNvSpPr>
            <a:spLocks noGrp="1"/>
          </p:cNvSpPr>
          <p:nvPr>
            <p:ph type="ftr" sz="quarter" idx="11"/>
          </p:nvPr>
        </p:nvSpPr>
        <p:spPr>
          <a:xfrm>
            <a:off x="4027246" y="6340475"/>
            <a:ext cx="4105760" cy="363538"/>
          </a:xfrm>
          <a:prstGeom prst="rect">
            <a:avLst/>
          </a:prstGeom>
        </p:spPr>
        <p:txBody>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6540" cy="1322387"/>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4" name="页脚占位符 3"/>
          <p:cNvSpPr>
            <a:spLocks noGrp="1"/>
          </p:cNvSpPr>
          <p:nvPr>
            <p:ph type="ftr" sz="quarter" idx="11"/>
          </p:nvPr>
        </p:nvSpPr>
        <p:spPr>
          <a:xfrm>
            <a:off x="4027246" y="6340475"/>
            <a:ext cx="4105760" cy="363538"/>
          </a:xfrm>
          <a:prstGeom prst="rect">
            <a:avLst/>
          </a:prstGeom>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977"/>
            <a:ext cx="12160250" cy="6830587"/>
          </a:xfrm>
          <a:prstGeom prst="rect">
            <a:avLst/>
          </a:prstGeom>
        </p:spPr>
      </p:pic>
      <p:sp>
        <p:nvSpPr>
          <p:cNvPr id="3" name="Slide Number Placeholder 3"/>
          <p:cNvSpPr>
            <a:spLocks noGrp="1"/>
          </p:cNvSpPr>
          <p:nvPr>
            <p:ph type="sldNum" sz="quarter" idx="4"/>
          </p:nvPr>
        </p:nvSpPr>
        <p:spPr>
          <a:xfrm>
            <a:off x="4043609" y="6393270"/>
            <a:ext cx="2736056" cy="364195"/>
          </a:xfrm>
          <a:prstGeom prst="rect">
            <a:avLst/>
          </a:prstGeom>
        </p:spPr>
        <p:txBody>
          <a:bodyPr/>
          <a:lstStyle>
            <a:lvl1pPr algn="ctr">
              <a:defRPr>
                <a:solidFill>
                  <a:srgbClr val="FF0000"/>
                </a:solidFill>
              </a:defRPr>
            </a:lvl1pPr>
          </a:lstStyle>
          <a:p>
            <a:fld id="{A6F68E66-2D7B-46EE-A45B-944EE6D475C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6856" y="455614"/>
            <a:ext cx="3921920" cy="1597025"/>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70501" y="984251"/>
            <a:ext cx="6154810" cy="48625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6856" y="2052638"/>
            <a:ext cx="3921920" cy="3802062"/>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6" name="页脚占位符 5"/>
          <p:cNvSpPr>
            <a:spLocks noGrp="1"/>
          </p:cNvSpPr>
          <p:nvPr>
            <p:ph type="ftr" sz="quarter" idx="11"/>
          </p:nvPr>
        </p:nvSpPr>
        <p:spPr>
          <a:xfrm>
            <a:off x="4027246" y="6340475"/>
            <a:ext cx="4105760" cy="363538"/>
          </a:xfrm>
          <a:prstGeom prst="rect">
            <a:avLst/>
          </a:prstGeom>
        </p:spPr>
        <p:txBody>
          <a:bodyPr/>
          <a:lstStyle/>
          <a:p>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6856" y="455614"/>
            <a:ext cx="3921920" cy="1597025"/>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70501" y="984251"/>
            <a:ext cx="6154810" cy="486251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6856" y="2052638"/>
            <a:ext cx="3921920" cy="3802062"/>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6" name="页脚占位符 5"/>
          <p:cNvSpPr>
            <a:spLocks noGrp="1"/>
          </p:cNvSpPr>
          <p:nvPr>
            <p:ph type="ftr" sz="quarter" idx="11"/>
          </p:nvPr>
        </p:nvSpPr>
        <p:spPr>
          <a:xfrm>
            <a:off x="4027246" y="6340475"/>
            <a:ext cx="4105760" cy="363538"/>
          </a:xfrm>
          <a:prstGeom prst="rect">
            <a:avLst/>
          </a:prstGeom>
        </p:spPr>
        <p:txBody>
          <a:bodyPr/>
          <a:lstStyle/>
          <a:p>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6540" cy="1322387"/>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6856" y="1820864"/>
            <a:ext cx="10486540" cy="4340225"/>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5" name="页脚占位符 4"/>
          <p:cNvSpPr>
            <a:spLocks noGrp="1"/>
          </p:cNvSpPr>
          <p:nvPr>
            <p:ph type="ftr" sz="quarter" idx="11"/>
          </p:nvPr>
        </p:nvSpPr>
        <p:spPr>
          <a:xfrm>
            <a:off x="4027246" y="6340475"/>
            <a:ext cx="4105760" cy="363538"/>
          </a:xfrm>
          <a:prstGeom prst="rect">
            <a:avLst/>
          </a:prstGeom>
        </p:spPr>
        <p:txBody>
          <a:bodyPr/>
          <a:lstStyle/>
          <a:p>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01760" y="363538"/>
            <a:ext cx="2621636" cy="5797550"/>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6856" y="363538"/>
            <a:ext cx="7681064" cy="5797550"/>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5" name="页脚占位符 4"/>
          <p:cNvSpPr>
            <a:spLocks noGrp="1"/>
          </p:cNvSpPr>
          <p:nvPr>
            <p:ph type="ftr" sz="quarter" idx="11"/>
          </p:nvPr>
        </p:nvSpPr>
        <p:spPr>
          <a:xfrm>
            <a:off x="4027246" y="6340475"/>
            <a:ext cx="4105760" cy="363538"/>
          </a:xfrm>
          <a:prstGeom prst="rect">
            <a:avLst/>
          </a:prstGeom>
        </p:spPr>
        <p:txBody>
          <a:bodyPr/>
          <a:lstStyle/>
          <a:p>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0511" y="1119188"/>
            <a:ext cx="9119230" cy="238125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0511" y="3592514"/>
            <a:ext cx="9119230" cy="1652587"/>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5" name="页脚占位符 4"/>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6540" cy="1322387"/>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836856" y="1820864"/>
            <a:ext cx="10486540" cy="4340225"/>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5" name="页脚占位符 4"/>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29196" y="1704975"/>
            <a:ext cx="10488454" cy="2846388"/>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29196" y="4578351"/>
            <a:ext cx="10488454" cy="1495425"/>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5" name="页脚占位符 4"/>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6540" cy="1322387"/>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6856" y="1820864"/>
            <a:ext cx="5151350" cy="4340225"/>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046" y="1820864"/>
            <a:ext cx="5151350" cy="4340225"/>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6" name="页脚占位符 5"/>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8454" cy="1322387"/>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6856" y="1676400"/>
            <a:ext cx="5145604" cy="8223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6856" y="2498726"/>
            <a:ext cx="5145604" cy="3675063"/>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56726" y="1676400"/>
            <a:ext cx="5168584" cy="8223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56726" y="2498726"/>
            <a:ext cx="5168584" cy="3675063"/>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8" name="页脚占位符 7"/>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6540" cy="1322387"/>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4" name="页脚占位符 3"/>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3" name="页脚占位符 2"/>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6856" y="455614"/>
            <a:ext cx="3921920" cy="1597025"/>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70501" y="984251"/>
            <a:ext cx="6154810" cy="48625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6856" y="2052638"/>
            <a:ext cx="3921920" cy="3802062"/>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6" name="页脚占位符 5"/>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6856" y="455614"/>
            <a:ext cx="3921920" cy="1597025"/>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70501" y="984251"/>
            <a:ext cx="6154810" cy="486251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6856" y="2052638"/>
            <a:ext cx="3921920" cy="3802062"/>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6" name="页脚占位符 5"/>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6540" cy="1322387"/>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6856" y="1820864"/>
            <a:ext cx="10486540" cy="4340225"/>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5" name="页脚占位符 4"/>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01760" y="363538"/>
            <a:ext cx="2621636" cy="5797550"/>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6856" y="363538"/>
            <a:ext cx="7681064" cy="5797550"/>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5" name="页脚占位符 4"/>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0031" y="1119505"/>
            <a:ext cx="9120188" cy="2381521"/>
          </a:xfrm>
        </p:spPr>
        <p:txBody>
          <a:bodyPr anchor="b"/>
          <a:lstStyle>
            <a:lvl1pPr algn="ctr">
              <a:defRPr sz="5985"/>
            </a:lvl1pPr>
          </a:lstStyle>
          <a:p>
            <a:r>
              <a:rPr lang="zh-CN" altLang="en-US"/>
              <a:t>单击此处编辑母版标题样式</a:t>
            </a:r>
            <a:endParaRPr lang="en-US" dirty="0"/>
          </a:p>
        </p:txBody>
      </p:sp>
      <p:sp>
        <p:nvSpPr>
          <p:cNvPr id="3" name="Subtitle 2"/>
          <p:cNvSpPr>
            <a:spLocks noGrp="1"/>
          </p:cNvSpPr>
          <p:nvPr>
            <p:ph type="subTitle" idx="1"/>
          </p:nvPr>
        </p:nvSpPr>
        <p:spPr>
          <a:xfrm>
            <a:off x="1520031" y="3592866"/>
            <a:ext cx="9120188" cy="1651546"/>
          </a:xfrm>
        </p:spPr>
        <p:txBody>
          <a:bodyPr/>
          <a:lstStyle>
            <a:lvl1pPr marL="0" indent="0" algn="ctr">
              <a:buNone/>
              <a:defRPr sz="2395"/>
            </a:lvl1pPr>
            <a:lvl2pPr marL="455930" indent="0" algn="ctr">
              <a:buNone/>
              <a:defRPr sz="1995"/>
            </a:lvl2pPr>
            <a:lvl3pPr marL="911860" indent="0" algn="ctr">
              <a:buNone/>
              <a:defRPr sz="1795"/>
            </a:lvl3pPr>
            <a:lvl4pPr marL="1367790" indent="0" algn="ctr">
              <a:buNone/>
              <a:defRPr sz="1595"/>
            </a:lvl4pPr>
            <a:lvl5pPr marL="1824355" indent="0" algn="ctr">
              <a:buNone/>
              <a:defRPr sz="1595"/>
            </a:lvl5pPr>
            <a:lvl6pPr marL="2280285" indent="0" algn="ctr">
              <a:buNone/>
              <a:defRPr sz="1595"/>
            </a:lvl6pPr>
            <a:lvl7pPr marL="2736215" indent="0" algn="ctr">
              <a:buNone/>
              <a:defRPr sz="1595"/>
            </a:lvl7pPr>
            <a:lvl8pPr marL="3192145" indent="0" algn="ctr">
              <a:buNone/>
              <a:defRPr sz="1595"/>
            </a:lvl8pPr>
            <a:lvl9pPr marL="3648075" indent="0" algn="ctr">
              <a:buNone/>
              <a:defRPr sz="1595"/>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6F68E66-2D7B-46EE-A45B-944EE6D475CA}"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6F68E66-2D7B-46EE-A45B-944EE6D475CA}"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29684" y="1705385"/>
            <a:ext cx="10488216" cy="2845473"/>
          </a:xfrm>
        </p:spPr>
        <p:txBody>
          <a:bodyPr anchor="b"/>
          <a:lstStyle>
            <a:lvl1pPr>
              <a:defRPr sz="5985"/>
            </a:lvl1pPr>
          </a:lstStyle>
          <a:p>
            <a:r>
              <a:rPr lang="zh-CN" altLang="en-US"/>
              <a:t>单击此处编辑母版标题样式</a:t>
            </a:r>
            <a:endParaRPr lang="en-US" dirty="0"/>
          </a:p>
        </p:txBody>
      </p:sp>
      <p:sp>
        <p:nvSpPr>
          <p:cNvPr id="3" name="Text Placeholder 2"/>
          <p:cNvSpPr>
            <a:spLocks noGrp="1"/>
          </p:cNvSpPr>
          <p:nvPr>
            <p:ph type="body" idx="1"/>
          </p:nvPr>
        </p:nvSpPr>
        <p:spPr>
          <a:xfrm>
            <a:off x="829684" y="4577778"/>
            <a:ext cx="10488216" cy="1496367"/>
          </a:xfrm>
        </p:spPr>
        <p:txBody>
          <a:bodyPr/>
          <a:lstStyle>
            <a:lvl1pPr marL="0" indent="0">
              <a:buNone/>
              <a:defRPr sz="2395">
                <a:solidFill>
                  <a:schemeClr val="tx1">
                    <a:tint val="75000"/>
                  </a:schemeClr>
                </a:solidFill>
              </a:defRPr>
            </a:lvl1pPr>
            <a:lvl2pPr marL="455930" indent="0">
              <a:buNone/>
              <a:defRPr sz="1995">
                <a:solidFill>
                  <a:schemeClr val="tx1">
                    <a:tint val="75000"/>
                  </a:schemeClr>
                </a:solidFill>
              </a:defRPr>
            </a:lvl2pPr>
            <a:lvl3pPr marL="911860" indent="0">
              <a:buNone/>
              <a:defRPr sz="1795">
                <a:solidFill>
                  <a:schemeClr val="tx1">
                    <a:tint val="75000"/>
                  </a:schemeClr>
                </a:solidFill>
              </a:defRPr>
            </a:lvl3pPr>
            <a:lvl4pPr marL="1367790" indent="0">
              <a:buNone/>
              <a:defRPr sz="1595">
                <a:solidFill>
                  <a:schemeClr val="tx1">
                    <a:tint val="75000"/>
                  </a:schemeClr>
                </a:solidFill>
              </a:defRPr>
            </a:lvl4pPr>
            <a:lvl5pPr marL="1824355" indent="0">
              <a:buNone/>
              <a:defRPr sz="1595">
                <a:solidFill>
                  <a:schemeClr val="tx1">
                    <a:tint val="75000"/>
                  </a:schemeClr>
                </a:solidFill>
              </a:defRPr>
            </a:lvl5pPr>
            <a:lvl6pPr marL="2280285" indent="0">
              <a:buNone/>
              <a:defRPr sz="1595">
                <a:solidFill>
                  <a:schemeClr val="tx1">
                    <a:tint val="75000"/>
                  </a:schemeClr>
                </a:solidFill>
              </a:defRPr>
            </a:lvl6pPr>
            <a:lvl7pPr marL="2736215" indent="0">
              <a:buNone/>
              <a:defRPr sz="1595">
                <a:solidFill>
                  <a:schemeClr val="tx1">
                    <a:tint val="75000"/>
                  </a:schemeClr>
                </a:solidFill>
              </a:defRPr>
            </a:lvl7pPr>
            <a:lvl8pPr marL="3192145" indent="0">
              <a:buNone/>
              <a:defRPr sz="1595">
                <a:solidFill>
                  <a:schemeClr val="tx1">
                    <a:tint val="75000"/>
                  </a:schemeClr>
                </a:solidFill>
              </a:defRPr>
            </a:lvl8pPr>
            <a:lvl9pPr marL="3648075" indent="0">
              <a:buNone/>
              <a:defRPr sz="1595">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6F68E66-2D7B-46EE-A45B-944EE6D475CA}"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6017" y="1820976"/>
            <a:ext cx="5168106" cy="434025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6156127" y="1820976"/>
            <a:ext cx="5168106" cy="434025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6F68E66-2D7B-46EE-A45B-944EE6D475CA}"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7601" y="364196"/>
            <a:ext cx="10488216" cy="1322188"/>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7602" y="1676882"/>
            <a:ext cx="5144355" cy="821814"/>
          </a:xfrm>
        </p:spPr>
        <p:txBody>
          <a:bodyPr anchor="b"/>
          <a:lstStyle>
            <a:lvl1pPr marL="0" indent="0">
              <a:buNone/>
              <a:defRPr sz="2395" b="1"/>
            </a:lvl1pPr>
            <a:lvl2pPr marL="455930" indent="0">
              <a:buNone/>
              <a:defRPr sz="1995" b="1"/>
            </a:lvl2pPr>
            <a:lvl3pPr marL="911860" indent="0">
              <a:buNone/>
              <a:defRPr sz="1795" b="1"/>
            </a:lvl3pPr>
            <a:lvl4pPr marL="1367790" indent="0">
              <a:buNone/>
              <a:defRPr sz="1595" b="1"/>
            </a:lvl4pPr>
            <a:lvl5pPr marL="1824355" indent="0">
              <a:buNone/>
              <a:defRPr sz="1595" b="1"/>
            </a:lvl5pPr>
            <a:lvl6pPr marL="2280285" indent="0">
              <a:buNone/>
              <a:defRPr sz="1595" b="1"/>
            </a:lvl6pPr>
            <a:lvl7pPr marL="2736215" indent="0">
              <a:buNone/>
              <a:defRPr sz="1595" b="1"/>
            </a:lvl7pPr>
            <a:lvl8pPr marL="3192145" indent="0">
              <a:buNone/>
              <a:defRPr sz="1595" b="1"/>
            </a:lvl8pPr>
            <a:lvl9pPr marL="3648075" indent="0">
              <a:buNone/>
              <a:defRPr sz="1595"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7602" y="2498697"/>
            <a:ext cx="5144355" cy="367520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6156127" y="1676882"/>
            <a:ext cx="5169690" cy="821814"/>
          </a:xfrm>
        </p:spPr>
        <p:txBody>
          <a:bodyPr anchor="b"/>
          <a:lstStyle>
            <a:lvl1pPr marL="0" indent="0">
              <a:buNone/>
              <a:defRPr sz="2395" b="1"/>
            </a:lvl1pPr>
            <a:lvl2pPr marL="455930" indent="0">
              <a:buNone/>
              <a:defRPr sz="1995" b="1"/>
            </a:lvl2pPr>
            <a:lvl3pPr marL="911860" indent="0">
              <a:buNone/>
              <a:defRPr sz="1795" b="1"/>
            </a:lvl3pPr>
            <a:lvl4pPr marL="1367790" indent="0">
              <a:buNone/>
              <a:defRPr sz="1595" b="1"/>
            </a:lvl4pPr>
            <a:lvl5pPr marL="1824355" indent="0">
              <a:buNone/>
              <a:defRPr sz="1595" b="1"/>
            </a:lvl5pPr>
            <a:lvl6pPr marL="2280285" indent="0">
              <a:buNone/>
              <a:defRPr sz="1595" b="1"/>
            </a:lvl6pPr>
            <a:lvl7pPr marL="2736215" indent="0">
              <a:buNone/>
              <a:defRPr sz="1595" b="1"/>
            </a:lvl7pPr>
            <a:lvl8pPr marL="3192145" indent="0">
              <a:buNone/>
              <a:defRPr sz="1595" b="1"/>
            </a:lvl8pPr>
            <a:lvl9pPr marL="3648075" indent="0">
              <a:buNone/>
              <a:defRPr sz="1595"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56127" y="2498697"/>
            <a:ext cx="5169690" cy="367520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6F68E66-2D7B-46EE-A45B-944EE6D475CA}"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6F68E66-2D7B-46EE-A45B-944EE6D475CA}"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6F68E66-2D7B-46EE-A45B-944EE6D475CA}"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7601" y="456036"/>
            <a:ext cx="3921997" cy="1596126"/>
          </a:xfrm>
        </p:spPr>
        <p:txBody>
          <a:bodyPr anchor="b"/>
          <a:lstStyle>
            <a:lvl1pPr>
              <a:defRPr sz="3190"/>
            </a:lvl1pPr>
          </a:lstStyle>
          <a:p>
            <a:r>
              <a:rPr lang="zh-CN" altLang="en-US"/>
              <a:t>单击此处编辑母版标题样式</a:t>
            </a:r>
            <a:endParaRPr lang="en-US" dirty="0"/>
          </a:p>
        </p:txBody>
      </p:sp>
      <p:sp>
        <p:nvSpPr>
          <p:cNvPr id="3" name="Content Placeholder 2"/>
          <p:cNvSpPr>
            <a:spLocks noGrp="1"/>
          </p:cNvSpPr>
          <p:nvPr>
            <p:ph idx="1"/>
          </p:nvPr>
        </p:nvSpPr>
        <p:spPr>
          <a:xfrm>
            <a:off x="5169690" y="984911"/>
            <a:ext cx="6156127" cy="4861216"/>
          </a:xfrm>
        </p:spPr>
        <p:txBody>
          <a:bodyPr/>
          <a:lstStyle>
            <a:lvl1pPr>
              <a:defRPr sz="3190"/>
            </a:lvl1pPr>
            <a:lvl2pPr>
              <a:defRPr sz="2795"/>
            </a:lvl2pPr>
            <a:lvl3pPr>
              <a:defRPr sz="2395"/>
            </a:lvl3pPr>
            <a:lvl4pPr>
              <a:defRPr sz="1995"/>
            </a:lvl4pPr>
            <a:lvl5pPr>
              <a:defRPr sz="1995"/>
            </a:lvl5pPr>
            <a:lvl6pPr>
              <a:defRPr sz="1995"/>
            </a:lvl6pPr>
            <a:lvl7pPr>
              <a:defRPr sz="1995"/>
            </a:lvl7pPr>
            <a:lvl8pPr>
              <a:defRPr sz="1995"/>
            </a:lvl8pPr>
            <a:lvl9pPr>
              <a:defRPr sz="199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837601" y="2052161"/>
            <a:ext cx="3921997" cy="3801883"/>
          </a:xfrm>
        </p:spPr>
        <p:txBody>
          <a:bodyPr/>
          <a:lstStyle>
            <a:lvl1pPr marL="0" indent="0">
              <a:buNone/>
              <a:defRPr sz="1595"/>
            </a:lvl1pPr>
            <a:lvl2pPr marL="455930" indent="0">
              <a:buNone/>
              <a:defRPr sz="1395"/>
            </a:lvl2pPr>
            <a:lvl3pPr marL="911860" indent="0">
              <a:buNone/>
              <a:defRPr sz="1195"/>
            </a:lvl3pPr>
            <a:lvl4pPr marL="1367790" indent="0">
              <a:buNone/>
              <a:defRPr sz="995"/>
            </a:lvl4pPr>
            <a:lvl5pPr marL="1824355" indent="0">
              <a:buNone/>
              <a:defRPr sz="995"/>
            </a:lvl5pPr>
            <a:lvl6pPr marL="2280285" indent="0">
              <a:buNone/>
              <a:defRPr sz="995"/>
            </a:lvl6pPr>
            <a:lvl7pPr marL="2736215" indent="0">
              <a:buNone/>
              <a:defRPr sz="995"/>
            </a:lvl7pPr>
            <a:lvl8pPr marL="3192145" indent="0">
              <a:buNone/>
              <a:defRPr sz="995"/>
            </a:lvl8pPr>
            <a:lvl9pPr marL="3648075" indent="0">
              <a:buNone/>
              <a:defRPr sz="99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6F68E66-2D7B-46EE-A45B-944EE6D475CA}"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7601" y="456036"/>
            <a:ext cx="3921997" cy="1596126"/>
          </a:xfrm>
        </p:spPr>
        <p:txBody>
          <a:bodyPr anchor="b"/>
          <a:lstStyle>
            <a:lvl1pPr>
              <a:defRPr sz="319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69690" y="984911"/>
            <a:ext cx="6156127" cy="4861216"/>
          </a:xfrm>
        </p:spPr>
        <p:txBody>
          <a:bodyPr anchor="t"/>
          <a:lstStyle>
            <a:lvl1pPr marL="0" indent="0">
              <a:buNone/>
              <a:defRPr sz="3190"/>
            </a:lvl1pPr>
            <a:lvl2pPr marL="455930" indent="0">
              <a:buNone/>
              <a:defRPr sz="2795"/>
            </a:lvl2pPr>
            <a:lvl3pPr marL="911860" indent="0">
              <a:buNone/>
              <a:defRPr sz="2395"/>
            </a:lvl3pPr>
            <a:lvl4pPr marL="1367790" indent="0">
              <a:buNone/>
              <a:defRPr sz="1995"/>
            </a:lvl4pPr>
            <a:lvl5pPr marL="1824355" indent="0">
              <a:buNone/>
              <a:defRPr sz="1995"/>
            </a:lvl5pPr>
            <a:lvl6pPr marL="2280285" indent="0">
              <a:buNone/>
              <a:defRPr sz="1995"/>
            </a:lvl6pPr>
            <a:lvl7pPr marL="2736215" indent="0">
              <a:buNone/>
              <a:defRPr sz="1995"/>
            </a:lvl7pPr>
            <a:lvl8pPr marL="3192145" indent="0">
              <a:buNone/>
              <a:defRPr sz="1995"/>
            </a:lvl8pPr>
            <a:lvl9pPr marL="3648075" indent="0">
              <a:buNone/>
              <a:defRPr sz="1995"/>
            </a:lvl9pPr>
          </a:lstStyle>
          <a:p>
            <a:r>
              <a:rPr lang="zh-CN" altLang="en-US"/>
              <a:t>单击图标添加图片</a:t>
            </a:r>
            <a:endParaRPr lang="en-US" dirty="0"/>
          </a:p>
        </p:txBody>
      </p:sp>
      <p:sp>
        <p:nvSpPr>
          <p:cNvPr id="4" name="Text Placeholder 3"/>
          <p:cNvSpPr>
            <a:spLocks noGrp="1"/>
          </p:cNvSpPr>
          <p:nvPr>
            <p:ph type="body" sz="half" idx="2"/>
          </p:nvPr>
        </p:nvSpPr>
        <p:spPr>
          <a:xfrm>
            <a:off x="837601" y="2052161"/>
            <a:ext cx="3921997" cy="3801883"/>
          </a:xfrm>
        </p:spPr>
        <p:txBody>
          <a:bodyPr/>
          <a:lstStyle>
            <a:lvl1pPr marL="0" indent="0">
              <a:buNone/>
              <a:defRPr sz="1595"/>
            </a:lvl1pPr>
            <a:lvl2pPr marL="455930" indent="0">
              <a:buNone/>
              <a:defRPr sz="1395"/>
            </a:lvl2pPr>
            <a:lvl3pPr marL="911860" indent="0">
              <a:buNone/>
              <a:defRPr sz="1195"/>
            </a:lvl3pPr>
            <a:lvl4pPr marL="1367790" indent="0">
              <a:buNone/>
              <a:defRPr sz="995"/>
            </a:lvl4pPr>
            <a:lvl5pPr marL="1824355" indent="0">
              <a:buNone/>
              <a:defRPr sz="995"/>
            </a:lvl5pPr>
            <a:lvl6pPr marL="2280285" indent="0">
              <a:buNone/>
              <a:defRPr sz="995"/>
            </a:lvl6pPr>
            <a:lvl7pPr marL="2736215" indent="0">
              <a:buNone/>
              <a:defRPr sz="995"/>
            </a:lvl7pPr>
            <a:lvl8pPr marL="3192145" indent="0">
              <a:buNone/>
              <a:defRPr sz="995"/>
            </a:lvl8pPr>
            <a:lvl9pPr marL="3648075" indent="0">
              <a:buNone/>
              <a:defRPr sz="99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6F68E66-2D7B-46EE-A45B-944EE6D475CA}"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6F68E66-2D7B-46EE-A45B-944EE6D475CA}"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02179" y="364195"/>
            <a:ext cx="2622054" cy="579704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6017" y="364195"/>
            <a:ext cx="7714159" cy="579704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3.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4" Type="http://schemas.openxmlformats.org/officeDocument/2006/relationships/theme" Target="../theme/theme3.xml"/><Relationship Id="rId13" Type="http://schemas.openxmlformats.org/officeDocument/2006/relationships/image" Target="../media/image5.png"/><Relationship Id="rId12" Type="http://schemas.openxmlformats.org/officeDocument/2006/relationships/image" Target="../media/image4.jpe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535" y="413"/>
            <a:ext cx="12159178" cy="6839712"/>
          </a:xfrm>
          <a:prstGeom prst="rect">
            <a:avLst/>
          </a:prstGeom>
        </p:spPr>
      </p:pic>
      <p:sp>
        <p:nvSpPr>
          <p:cNvPr id="8" name="文本框 7"/>
          <p:cNvSpPr txBox="1"/>
          <p:nvPr userDrawn="1"/>
        </p:nvSpPr>
        <p:spPr>
          <a:xfrm>
            <a:off x="836856" y="58190"/>
            <a:ext cx="1800493" cy="307777"/>
          </a:xfrm>
          <a:prstGeom prst="rect">
            <a:avLst/>
          </a:prstGeom>
          <a:noFill/>
        </p:spPr>
        <p:txBody>
          <a:bodyPr wrap="none" rtlCol="0">
            <a:spAutoFit/>
          </a:bodyPr>
          <a:lstStyle/>
          <a:p>
            <a:r>
              <a:rPr lang="zh-CN" altLang="en-US" sz="1400" b="1" dirty="0">
                <a:solidFill>
                  <a:schemeClr val="bg1"/>
                </a:solidFill>
              </a:rPr>
              <a:t>此处添加幻灯片标题</a:t>
            </a:r>
            <a:endParaRPr lang="zh-CN" altLang="en-US" sz="1400" b="1" dirty="0">
              <a:solidFill>
                <a:schemeClr val="bg1"/>
              </a:solidFill>
            </a:endParaRPr>
          </a:p>
        </p:txBody>
      </p:sp>
      <p:sp>
        <p:nvSpPr>
          <p:cNvPr id="10" name="圆角矩形 9"/>
          <p:cNvSpPr/>
          <p:nvPr userDrawn="1"/>
        </p:nvSpPr>
        <p:spPr>
          <a:xfrm>
            <a:off x="10559102" y="6575368"/>
            <a:ext cx="1253455" cy="207818"/>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11" name="灯片编号占位符 2"/>
          <p:cNvSpPr txBox="1"/>
          <p:nvPr userDrawn="1"/>
        </p:nvSpPr>
        <p:spPr>
          <a:xfrm>
            <a:off x="10980265" y="6518152"/>
            <a:ext cx="671851" cy="363538"/>
          </a:xfrm>
          <a:prstGeom prst="rect">
            <a:avLst/>
          </a:prstGeom>
        </p:spPr>
        <p:txBody>
          <a:bodyPr/>
          <a:lstStyle>
            <a:defPPr>
              <a:defRPr lang="zh-CN"/>
            </a:defPPr>
            <a:lvl1pPr marL="0" algn="l" defTabSz="812165" rtl="0" eaLnBrk="1" latinLnBrk="0" hangingPunct="1">
              <a:defRPr sz="1600" kern="1200">
                <a:solidFill>
                  <a:schemeClr val="tx1"/>
                </a:solidFill>
                <a:latin typeface="+mn-lt"/>
                <a:ea typeface="+mn-ea"/>
                <a:cs typeface="+mn-cs"/>
              </a:defRPr>
            </a:lvl1pPr>
            <a:lvl2pPr marL="406400" algn="l" defTabSz="812165" rtl="0" eaLnBrk="1" latinLnBrk="0" hangingPunct="1">
              <a:defRPr sz="1600" kern="1200">
                <a:solidFill>
                  <a:schemeClr val="tx1"/>
                </a:solidFill>
                <a:latin typeface="+mn-lt"/>
                <a:ea typeface="+mn-ea"/>
                <a:cs typeface="+mn-cs"/>
              </a:defRPr>
            </a:lvl2pPr>
            <a:lvl3pPr marL="812165" algn="l" defTabSz="812165" rtl="0" eaLnBrk="1" latinLnBrk="0" hangingPunct="1">
              <a:defRPr sz="1600" kern="1200">
                <a:solidFill>
                  <a:schemeClr val="tx1"/>
                </a:solidFill>
                <a:latin typeface="+mn-lt"/>
                <a:ea typeface="+mn-ea"/>
                <a:cs typeface="+mn-cs"/>
              </a:defRPr>
            </a:lvl3pPr>
            <a:lvl4pPr marL="1218565" algn="l" defTabSz="812165" rtl="0" eaLnBrk="1" latinLnBrk="0" hangingPunct="1">
              <a:defRPr sz="1600" kern="1200">
                <a:solidFill>
                  <a:schemeClr val="tx1"/>
                </a:solidFill>
                <a:latin typeface="+mn-lt"/>
                <a:ea typeface="+mn-ea"/>
                <a:cs typeface="+mn-cs"/>
              </a:defRPr>
            </a:lvl4pPr>
            <a:lvl5pPr marL="1624330" algn="l" defTabSz="812165" rtl="0" eaLnBrk="1" latinLnBrk="0" hangingPunct="1">
              <a:defRPr sz="1600" kern="1200">
                <a:solidFill>
                  <a:schemeClr val="tx1"/>
                </a:solidFill>
                <a:latin typeface="+mn-lt"/>
                <a:ea typeface="+mn-ea"/>
                <a:cs typeface="+mn-cs"/>
              </a:defRPr>
            </a:lvl5pPr>
            <a:lvl6pPr marL="2030730" algn="l" defTabSz="812165" rtl="0" eaLnBrk="1" latinLnBrk="0" hangingPunct="1">
              <a:defRPr sz="1600" kern="1200">
                <a:solidFill>
                  <a:schemeClr val="tx1"/>
                </a:solidFill>
                <a:latin typeface="+mn-lt"/>
                <a:ea typeface="+mn-ea"/>
                <a:cs typeface="+mn-cs"/>
              </a:defRPr>
            </a:lvl6pPr>
            <a:lvl7pPr marL="2436495" algn="l" defTabSz="812165" rtl="0" eaLnBrk="1" latinLnBrk="0" hangingPunct="1">
              <a:defRPr sz="1600" kern="1200">
                <a:solidFill>
                  <a:schemeClr val="tx1"/>
                </a:solidFill>
                <a:latin typeface="+mn-lt"/>
                <a:ea typeface="+mn-ea"/>
                <a:cs typeface="+mn-cs"/>
              </a:defRPr>
            </a:lvl7pPr>
            <a:lvl8pPr marL="2842895" algn="l" defTabSz="812165" rtl="0" eaLnBrk="1" latinLnBrk="0" hangingPunct="1">
              <a:defRPr sz="1600" kern="1200">
                <a:solidFill>
                  <a:schemeClr val="tx1"/>
                </a:solidFill>
                <a:latin typeface="+mn-lt"/>
                <a:ea typeface="+mn-ea"/>
                <a:cs typeface="+mn-cs"/>
              </a:defRPr>
            </a:lvl8pPr>
            <a:lvl9pPr marL="3248660" algn="l" defTabSz="812165" rtl="0" eaLnBrk="1" latinLnBrk="0" hangingPunct="1">
              <a:defRPr sz="1600" kern="1200">
                <a:solidFill>
                  <a:schemeClr val="tx1"/>
                </a:solidFill>
                <a:latin typeface="+mn-lt"/>
                <a:ea typeface="+mn-ea"/>
                <a:cs typeface="+mn-cs"/>
              </a:defRPr>
            </a:lvl9pPr>
          </a:lstStyle>
          <a:p>
            <a:fld id="{CF191EF6-D38A-4A33-BA29-1B5E752682D5}" type="slidenum">
              <a:rPr lang="zh-CN" altLang="en-US" sz="1400" smtClean="0">
                <a:solidFill>
                  <a:schemeClr val="tx1">
                    <a:lumMod val="50000"/>
                    <a:lumOff val="50000"/>
                  </a:schemeClr>
                </a:solidFill>
              </a:rPr>
            </a:fld>
            <a:endParaRPr lang="zh-CN" altLang="en-US" sz="1400" dirty="0">
              <a:solidFill>
                <a:schemeClr val="tx1">
                  <a:lumMod val="50000"/>
                  <a:lumOff val="50000"/>
                </a:schemeClr>
              </a:solidFill>
            </a:endParaRPr>
          </a:p>
        </p:txBody>
      </p:sp>
      <p:pic>
        <p:nvPicPr>
          <p:cNvPr id="2" name="图片 1"/>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123" y="413"/>
            <a:ext cx="12167836" cy="6834848"/>
          </a:xfrm>
          <a:prstGeom prst="rect">
            <a:avLst/>
          </a:prstGeom>
        </p:spPr>
      </p:pic>
      <p:sp>
        <p:nvSpPr>
          <p:cNvPr id="9" name="Slide Number Placeholder 3"/>
          <p:cNvSpPr>
            <a:spLocks noGrp="1"/>
          </p:cNvSpPr>
          <p:nvPr>
            <p:ph type="sldNum" sz="quarter" idx="4"/>
          </p:nvPr>
        </p:nvSpPr>
        <p:spPr>
          <a:xfrm>
            <a:off x="4043609" y="6393270"/>
            <a:ext cx="2736056" cy="364195"/>
          </a:xfrm>
          <a:prstGeom prst="rect">
            <a:avLst/>
          </a:prstGeom>
          <a:effectLst>
            <a:glow rad="292100">
              <a:schemeClr val="accent1">
                <a:alpha val="40000"/>
              </a:schemeClr>
            </a:glow>
          </a:effectLst>
        </p:spPr>
        <p:txBody>
          <a:bodyPr/>
          <a:lstStyle>
            <a:lvl1pPr algn="ctr">
              <a:defRPr b="1">
                <a:solidFill>
                  <a:srgbClr val="FF0000"/>
                </a:solidFill>
              </a:defRPr>
            </a:lvl1pPr>
          </a:lstStyle>
          <a:p>
            <a:fld id="{A6F68E66-2D7B-46EE-A45B-944EE6D475CA}" type="slidenum">
              <a:rPr lang="zh-CN" altLang="en-US" smtClean="0"/>
            </a:fld>
            <a:endParaRPr lang="zh-CN" altLang="en-US" dirty="0"/>
          </a:p>
        </p:txBody>
      </p:sp>
      <p:sp>
        <p:nvSpPr>
          <p:cNvPr id="5" name="矩形 4"/>
          <p:cNvSpPr/>
          <p:nvPr userDrawn="1"/>
        </p:nvSpPr>
        <p:spPr>
          <a:xfrm>
            <a:off x="9184640" y="0"/>
            <a:ext cx="2975610" cy="633095"/>
          </a:xfrm>
          <a:prstGeom prst="rect">
            <a:avLst/>
          </a:prstGeom>
          <a:solidFill>
            <a:srgbClr val="FFFFFF"/>
          </a:solidFill>
          <a:ln>
            <a:noFill/>
          </a:ln>
        </p:spPr>
        <p:txBody>
          <a:bodyPr vert="horz" wrap="square" lIns="0" tIns="0" rIns="0" bIns="0" numCol="1" anchor="ctr" anchorCtr="0" compatLnSpc="1">
            <a:spAutoFit/>
          </a:bodyPr>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535" y="413"/>
            <a:ext cx="12159178" cy="6839712"/>
          </a:xfrm>
          <a:prstGeom prst="rect">
            <a:avLst/>
          </a:prstGeom>
        </p:spPr>
      </p:pic>
      <p:sp>
        <p:nvSpPr>
          <p:cNvPr id="3" name="Slide Number Placeholder 3"/>
          <p:cNvSpPr>
            <a:spLocks noGrp="1"/>
          </p:cNvSpPr>
          <p:nvPr>
            <p:ph type="sldNum" sz="quarter" idx="4"/>
          </p:nvPr>
        </p:nvSpPr>
        <p:spPr>
          <a:xfrm>
            <a:off x="4043609" y="6393270"/>
            <a:ext cx="2736056" cy="364195"/>
          </a:xfrm>
          <a:prstGeom prst="rect">
            <a:avLst/>
          </a:prstGeom>
          <a:noFill/>
        </p:spPr>
        <p:txBody>
          <a:bodyPr/>
          <a:lstStyle>
            <a:lvl1pPr algn="ctr">
              <a:defRPr>
                <a:solidFill>
                  <a:srgbClr val="0070C0"/>
                </a:solidFill>
              </a:defRPr>
            </a:lvl1pPr>
          </a:lstStyle>
          <a:p>
            <a:fld id="{A6F68E66-2D7B-46EE-A45B-944EE6D475C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6017" y="364196"/>
            <a:ext cx="10488216" cy="132218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6017" y="1820976"/>
            <a:ext cx="10488216" cy="4340259"/>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6017" y="6340166"/>
            <a:ext cx="2736056" cy="364195"/>
          </a:xfrm>
          <a:prstGeom prst="rect">
            <a:avLst/>
          </a:prstGeom>
        </p:spPr>
        <p:txBody>
          <a:bodyPr vert="horz" lIns="91440" tIns="45720" rIns="91440" bIns="45720" rtlCol="0" anchor="ctr"/>
          <a:lstStyle>
            <a:lvl1pPr algn="l">
              <a:defRPr sz="1195">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28083" y="6340166"/>
            <a:ext cx="4104084" cy="364195"/>
          </a:xfrm>
          <a:prstGeom prst="rect">
            <a:avLst/>
          </a:prstGeom>
        </p:spPr>
        <p:txBody>
          <a:bodyPr vert="horz" lIns="91440" tIns="45720" rIns="91440" bIns="45720" rtlCol="0" anchor="ctr"/>
          <a:lstStyle>
            <a:lvl1pPr algn="ctr">
              <a:defRPr sz="119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88177" y="6340166"/>
            <a:ext cx="2736056" cy="364195"/>
          </a:xfrm>
          <a:prstGeom prst="rect">
            <a:avLst/>
          </a:prstGeom>
        </p:spPr>
        <p:txBody>
          <a:bodyPr vert="horz" lIns="91440" tIns="45720" rIns="91440" bIns="45720" rtlCol="0" anchor="ctr"/>
          <a:lstStyle>
            <a:lvl1pPr algn="r">
              <a:defRPr sz="1195">
                <a:solidFill>
                  <a:schemeClr val="tx1">
                    <a:tint val="75000"/>
                  </a:schemeClr>
                </a:solidFill>
              </a:defRPr>
            </a:lvl1pPr>
          </a:lstStyle>
          <a:p>
            <a:fld id="{48F63A3B-78C7-47BE-AE5E-E10140E04643}" type="slidenum">
              <a:rPr lang="en-US" dirty="0"/>
            </a:fld>
            <a:endParaRPr lang="en-US" dirty="0"/>
          </a:p>
        </p:txBody>
      </p:sp>
      <p:pic>
        <p:nvPicPr>
          <p:cNvPr id="7" name="图片 6"/>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535" y="413"/>
            <a:ext cx="12159178" cy="6839712"/>
          </a:xfrm>
          <a:prstGeom prst="rect">
            <a:avLst/>
          </a:prstGeom>
        </p:spPr>
      </p:pic>
      <p:pic>
        <p:nvPicPr>
          <p:cNvPr id="8" name="图片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593160" y="299868"/>
            <a:ext cx="2314854" cy="298645"/>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1860" rtl="0" eaLnBrk="1" latinLnBrk="0" hangingPunct="1">
        <a:lnSpc>
          <a:spcPct val="90000"/>
        </a:lnSpc>
        <a:spcBef>
          <a:spcPct val="0"/>
        </a:spcBef>
        <a:buNone/>
        <a:defRPr sz="4390" kern="1200">
          <a:solidFill>
            <a:schemeClr val="tx1"/>
          </a:solidFill>
          <a:latin typeface="+mj-lt"/>
          <a:ea typeface="+mj-ea"/>
          <a:cs typeface="+mj-cs"/>
        </a:defRPr>
      </a:lvl1pPr>
    </p:titleStyle>
    <p:bodyStyle>
      <a:lvl1pPr marL="227965" indent="-227965" algn="l" defTabSz="911860" rtl="0" eaLnBrk="1" latinLnBrk="0" hangingPunct="1">
        <a:lnSpc>
          <a:spcPct val="90000"/>
        </a:lnSpc>
        <a:spcBef>
          <a:spcPts val="995"/>
        </a:spcBef>
        <a:buFont typeface="Arial" panose="020B0604020202090204" pitchFamily="34" charset="0"/>
        <a:buChar char="•"/>
        <a:defRPr sz="2795" kern="1200">
          <a:solidFill>
            <a:schemeClr val="tx1"/>
          </a:solidFill>
          <a:latin typeface="+mn-lt"/>
          <a:ea typeface="+mn-ea"/>
          <a:cs typeface="+mn-cs"/>
        </a:defRPr>
      </a:lvl1pPr>
      <a:lvl2pPr marL="683895" indent="-227965" algn="l" defTabSz="911860" rtl="0" eaLnBrk="1" latinLnBrk="0" hangingPunct="1">
        <a:lnSpc>
          <a:spcPct val="90000"/>
        </a:lnSpc>
        <a:spcBef>
          <a:spcPts val="500"/>
        </a:spcBef>
        <a:buFont typeface="Arial" panose="020B0604020202090204" pitchFamily="34" charset="0"/>
        <a:buChar char="•"/>
        <a:defRPr sz="2395" kern="1200">
          <a:solidFill>
            <a:schemeClr val="tx1"/>
          </a:solidFill>
          <a:latin typeface="+mn-lt"/>
          <a:ea typeface="+mn-ea"/>
          <a:cs typeface="+mn-cs"/>
        </a:defRPr>
      </a:lvl2pPr>
      <a:lvl3pPr marL="1139825" indent="-227965" algn="l" defTabSz="911860" rtl="0" eaLnBrk="1" latinLnBrk="0" hangingPunct="1">
        <a:lnSpc>
          <a:spcPct val="90000"/>
        </a:lnSpc>
        <a:spcBef>
          <a:spcPts val="500"/>
        </a:spcBef>
        <a:buFont typeface="Arial" panose="020B0604020202090204" pitchFamily="34" charset="0"/>
        <a:buChar char="•"/>
        <a:defRPr sz="1995" kern="1200">
          <a:solidFill>
            <a:schemeClr val="tx1"/>
          </a:solidFill>
          <a:latin typeface="+mn-lt"/>
          <a:ea typeface="+mn-ea"/>
          <a:cs typeface="+mn-cs"/>
        </a:defRPr>
      </a:lvl3pPr>
      <a:lvl4pPr marL="1595755"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mn-lt"/>
          <a:ea typeface="+mn-ea"/>
          <a:cs typeface="+mn-cs"/>
        </a:defRPr>
      </a:lvl4pPr>
      <a:lvl5pPr marL="2052320"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mn-lt"/>
          <a:ea typeface="+mn-ea"/>
          <a:cs typeface="+mn-cs"/>
        </a:defRPr>
      </a:lvl5pPr>
      <a:lvl6pPr marL="2508250"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mn-lt"/>
          <a:ea typeface="+mn-ea"/>
          <a:cs typeface="+mn-cs"/>
        </a:defRPr>
      </a:lvl6pPr>
      <a:lvl7pPr marL="2964180"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mn-lt"/>
          <a:ea typeface="+mn-ea"/>
          <a:cs typeface="+mn-cs"/>
        </a:defRPr>
      </a:lvl7pPr>
      <a:lvl8pPr marL="3420110"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mn-lt"/>
          <a:ea typeface="+mn-ea"/>
          <a:cs typeface="+mn-cs"/>
        </a:defRPr>
      </a:lvl8pPr>
      <a:lvl9pPr marL="3876040" indent="-227965" algn="l" defTabSz="911860" rtl="0" eaLnBrk="1" latinLnBrk="0" hangingPunct="1">
        <a:lnSpc>
          <a:spcPct val="90000"/>
        </a:lnSpc>
        <a:spcBef>
          <a:spcPts val="500"/>
        </a:spcBef>
        <a:buFont typeface="Arial" panose="020B0604020202090204" pitchFamily="34" charset="0"/>
        <a:buChar char="•"/>
        <a:defRPr sz="1795" kern="1200">
          <a:solidFill>
            <a:schemeClr val="tx1"/>
          </a:solidFill>
          <a:latin typeface="+mn-lt"/>
          <a:ea typeface="+mn-ea"/>
          <a:cs typeface="+mn-cs"/>
        </a:defRPr>
      </a:lvl9pPr>
    </p:bodyStyle>
    <p:otherStyle>
      <a:defPPr>
        <a:defRPr lang="en-US"/>
      </a:defPPr>
      <a:lvl1pPr marL="0" algn="l" defTabSz="911860" rtl="0" eaLnBrk="1" latinLnBrk="0" hangingPunct="1">
        <a:defRPr sz="1795" kern="1200">
          <a:solidFill>
            <a:schemeClr val="tx1"/>
          </a:solidFill>
          <a:latin typeface="+mn-lt"/>
          <a:ea typeface="+mn-ea"/>
          <a:cs typeface="+mn-cs"/>
        </a:defRPr>
      </a:lvl1pPr>
      <a:lvl2pPr marL="455930" algn="l" defTabSz="911860" rtl="0" eaLnBrk="1" latinLnBrk="0" hangingPunct="1">
        <a:defRPr sz="1795" kern="1200">
          <a:solidFill>
            <a:schemeClr val="tx1"/>
          </a:solidFill>
          <a:latin typeface="+mn-lt"/>
          <a:ea typeface="+mn-ea"/>
          <a:cs typeface="+mn-cs"/>
        </a:defRPr>
      </a:lvl2pPr>
      <a:lvl3pPr marL="911860" algn="l" defTabSz="911860" rtl="0" eaLnBrk="1" latinLnBrk="0" hangingPunct="1">
        <a:defRPr sz="1795" kern="1200">
          <a:solidFill>
            <a:schemeClr val="tx1"/>
          </a:solidFill>
          <a:latin typeface="+mn-lt"/>
          <a:ea typeface="+mn-ea"/>
          <a:cs typeface="+mn-cs"/>
        </a:defRPr>
      </a:lvl3pPr>
      <a:lvl4pPr marL="1367790" algn="l" defTabSz="911860" rtl="0" eaLnBrk="1" latinLnBrk="0" hangingPunct="1">
        <a:defRPr sz="1795" kern="1200">
          <a:solidFill>
            <a:schemeClr val="tx1"/>
          </a:solidFill>
          <a:latin typeface="+mn-lt"/>
          <a:ea typeface="+mn-ea"/>
          <a:cs typeface="+mn-cs"/>
        </a:defRPr>
      </a:lvl4pPr>
      <a:lvl5pPr marL="1824355" algn="l" defTabSz="911860" rtl="0" eaLnBrk="1" latinLnBrk="0" hangingPunct="1">
        <a:defRPr sz="1795" kern="1200">
          <a:solidFill>
            <a:schemeClr val="tx1"/>
          </a:solidFill>
          <a:latin typeface="+mn-lt"/>
          <a:ea typeface="+mn-ea"/>
          <a:cs typeface="+mn-cs"/>
        </a:defRPr>
      </a:lvl5pPr>
      <a:lvl6pPr marL="2280285" algn="l" defTabSz="911860" rtl="0" eaLnBrk="1" latinLnBrk="0" hangingPunct="1">
        <a:defRPr sz="1795" kern="1200">
          <a:solidFill>
            <a:schemeClr val="tx1"/>
          </a:solidFill>
          <a:latin typeface="+mn-lt"/>
          <a:ea typeface="+mn-ea"/>
          <a:cs typeface="+mn-cs"/>
        </a:defRPr>
      </a:lvl6pPr>
      <a:lvl7pPr marL="2736215" algn="l" defTabSz="911860" rtl="0" eaLnBrk="1" latinLnBrk="0" hangingPunct="1">
        <a:defRPr sz="1795" kern="1200">
          <a:solidFill>
            <a:schemeClr val="tx1"/>
          </a:solidFill>
          <a:latin typeface="+mn-lt"/>
          <a:ea typeface="+mn-ea"/>
          <a:cs typeface="+mn-cs"/>
        </a:defRPr>
      </a:lvl7pPr>
      <a:lvl8pPr marL="3192145" algn="l" defTabSz="911860" rtl="0" eaLnBrk="1" latinLnBrk="0" hangingPunct="1">
        <a:defRPr sz="1795" kern="1200">
          <a:solidFill>
            <a:schemeClr val="tx1"/>
          </a:solidFill>
          <a:latin typeface="+mn-lt"/>
          <a:ea typeface="+mn-ea"/>
          <a:cs typeface="+mn-cs"/>
        </a:defRPr>
      </a:lvl8pPr>
      <a:lvl9pPr marL="3648075" algn="l" defTabSz="911860" rtl="0" eaLnBrk="1" latinLnBrk="0" hangingPunct="1">
        <a:defRPr sz="17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6.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hyperlink" Target="https://memcached.org/downloads" TargetMode="Externa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postfix.org/SASL_README.html#saslauthd"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36856" y="730208"/>
            <a:ext cx="10486540" cy="936575"/>
          </a:xfrm>
        </p:spPr>
        <p:txBody>
          <a:bodyPr/>
          <a:lstStyle/>
          <a:p>
            <a:r>
              <a:rPr lang="zh-CN" altLang="en-US" sz="5400" dirty="0">
                <a:latin typeface="黑体" panose="02010609060101010101" pitchFamily="49" charset="-122"/>
                <a:ea typeface="黑体" panose="02010609060101010101" pitchFamily="49" charset="-122"/>
              </a:rPr>
              <a:t>提纲</a:t>
            </a:r>
            <a:endParaRPr lang="zh-CN" altLang="en-US" sz="5400" dirty="0">
              <a:latin typeface="黑体" panose="02010609060101010101" pitchFamily="49" charset="-122"/>
              <a:ea typeface="黑体" panose="02010609060101010101" pitchFamily="49" charset="-122"/>
            </a:endParaRPr>
          </a:p>
        </p:txBody>
      </p:sp>
      <p:sp>
        <p:nvSpPr>
          <p:cNvPr id="6" name="内容占位符 5"/>
          <p:cNvSpPr>
            <a:spLocks noGrp="1"/>
          </p:cNvSpPr>
          <p:nvPr>
            <p:ph idx="1"/>
          </p:nvPr>
        </p:nvSpPr>
        <p:spPr>
          <a:xfrm>
            <a:off x="2346252" y="2134143"/>
            <a:ext cx="7644204" cy="3625307"/>
          </a:xfrm>
        </p:spPr>
        <p:txBody>
          <a:bodyPr/>
          <a:lstStyle/>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MySQL</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buNone/>
            </a:pPr>
            <a:endParaRPr lang="zh-CN" altLang="en-US" sz="240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951444" y="5759164"/>
            <a:ext cx="784657" cy="787596"/>
          </a:xfrm>
          <a:prstGeom prst="rect">
            <a:avLst/>
          </a:prstGeom>
        </p:spPr>
      </p:pic>
      <p:sp>
        <p:nvSpPr>
          <p:cNvPr id="2" name="灯片编号占位符 1"/>
          <p:cNvSpPr>
            <a:spLocks noGrp="1"/>
          </p:cNvSpPr>
          <p:nvPr>
            <p:ph type="sldNum" sz="quarter" idx="4"/>
          </p:nvPr>
        </p:nvSpPr>
        <p:spPr>
          <a:xfrm>
            <a:off x="4043609" y="6393270"/>
            <a:ext cx="2736056" cy="364195"/>
          </a:xfrm>
        </p:spPr>
        <p:txBody>
          <a:bodyPr/>
          <a:lstStyle/>
          <a:p>
            <a:fld id="{A6F68E66-2D7B-46EE-A45B-944EE6D475CA}" type="slidenum">
              <a:rPr lang="zh-CN" altLang="en-US" smtClean="0">
                <a:latin typeface="Times New Roman" panose="02020603050405020304" pitchFamily="18" charset="0"/>
                <a:cs typeface="Times New Roman" panose="02020603050405020304" pitchFamily="18" charset="0"/>
              </a:rPr>
            </a:fld>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5739" y="3197035"/>
            <a:ext cx="11160690" cy="769441"/>
          </a:xfrm>
          <a:prstGeom prst="rect">
            <a:avLst/>
          </a:prstGeom>
          <a:noFill/>
        </p:spPr>
        <p:txBody>
          <a:bodyPr wrap="square" rtlCol="0">
            <a:spAutoFit/>
          </a:bodyPr>
          <a:lstStyle/>
          <a:p>
            <a:pPr algn="ctr"/>
            <a:r>
              <a:rPr lang="en-US" altLang="zh-CN" sz="4400" b="1" dirty="0">
                <a:solidFill>
                  <a:schemeClr val="bg1"/>
                </a:solidFill>
                <a:latin typeface="微软雅黑" panose="020B0503020204020204" pitchFamily="34" charset="-122"/>
                <a:ea typeface="微软雅黑" panose="020B0503020204020204" pitchFamily="34" charset="-122"/>
              </a:rPr>
              <a:t>MySQL</a:t>
            </a:r>
            <a:r>
              <a:rPr lang="zh-CN" altLang="en-US" sz="4400" b="1" dirty="0">
                <a:solidFill>
                  <a:schemeClr val="bg1"/>
                </a:solidFill>
                <a:latin typeface="微软雅黑" panose="020B0503020204020204" pitchFamily="34" charset="-122"/>
                <a:ea typeface="微软雅黑" panose="020B0503020204020204" pitchFamily="34" charset="-122"/>
              </a:rPr>
              <a:t>服务安全加固</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043609" y="6393270"/>
            <a:ext cx="2736056" cy="364195"/>
          </a:xfrm>
        </p:spPr>
        <p:txBody>
          <a:bodyPr/>
          <a:lstStyle/>
          <a:p>
            <a:fld id="{A6F68E66-2D7B-46EE-A45B-944EE6D475CA}" type="slidenum">
              <a:rPr lang="zh-CN" altLang="en-US" smtClean="0"/>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MySQL</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33175"/>
            <a:ext cx="10570284" cy="31854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帐号安全</a:t>
            </a:r>
            <a:endPar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240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18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禁止 Mysql 以管理员帐号权限运行</a:t>
            </a:r>
            <a:endParaRPr kumimoji="0" lang="zh-CN" altLang="zh-CN" sz="18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以普通帐户安全运行 mysqld，禁止以管理员帐号权限运行 MySQL 服务。在 /etc/my.cnf 配置文件中进行以下设置。</a:t>
            </a:r>
            <a:endParaRPr kumimoji="0" lang="zh-CN" altLang="zh-CN" sz="18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457200" marR="0" lvl="1" indent="0" algn="l" defTabSz="914400" rtl="0" eaLnBrk="0" fontAlgn="base" latinLnBrk="0" hangingPunct="0">
              <a:lnSpc>
                <a:spcPct val="150000"/>
              </a:lnSpc>
              <a:spcBef>
                <a:spcPct val="0"/>
              </a:spcBef>
              <a:spcAft>
                <a:spcPct val="0"/>
              </a:spcAft>
              <a:buClrTx/>
              <a:buSzTx/>
              <a:buFontTx/>
              <a:buAutoNum type="arabicPeriod"/>
            </a:pPr>
            <a:r>
              <a:rPr kumimoji="0" lang="zh-CN" altLang="zh-CN" sz="180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mysql</a:t>
            </a:r>
            <a:r>
              <a:rPr kumimoji="0" lang="zh-CN" altLang="zh-CN" sz="180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server</a:t>
            </a:r>
            <a:r>
              <a:rPr kumimoji="0" lang="zh-CN" altLang="zh-CN" sz="180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457200" marR="0" lvl="1" indent="0" algn="l" defTabSz="914400" rtl="0" eaLnBrk="0" fontAlgn="base" latinLnBrk="0" hangingPunct="0">
              <a:lnSpc>
                <a:spcPct val="150000"/>
              </a:lnSpc>
              <a:spcBef>
                <a:spcPct val="0"/>
              </a:spcBef>
              <a:spcAft>
                <a:spcPct val="0"/>
              </a:spcAft>
              <a:buClrTx/>
              <a:buSzTx/>
              <a:buFontTx/>
              <a:buAutoNum type="arabicPeriod" startAt="2"/>
            </a:pPr>
            <a:r>
              <a:rPr kumimoji="0" lang="zh-CN" altLang="zh-CN" sz="180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user</a:t>
            </a:r>
            <a:r>
              <a:rPr kumimoji="0" lang="zh-CN" altLang="zh-CN" sz="180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mysql</a:t>
            </a:r>
            <a:endParaRPr kumimoji="0" lang="zh-CN" altLang="zh-CN" sz="18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2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MySQL</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33120"/>
            <a:ext cx="10570284" cy="11050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帐号安全</a:t>
            </a:r>
            <a:endPar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240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lvl="0" defTabSz="914400" eaLnBrk="0" fontAlgn="base" hangingPunct="0">
              <a:lnSpc>
                <a:spcPct val="150000"/>
              </a:lnSpc>
              <a:spcBef>
                <a:spcPct val="0"/>
              </a:spcBef>
              <a:spcAft>
                <a:spcPct val="0"/>
              </a:spcAft>
              <a:buFontTx/>
              <a:buChar char="•"/>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避免不同用户间共享帐号</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Rectangle 3"/>
          <p:cNvSpPr>
            <a:spLocks noChangeArrowheads="1"/>
          </p:cNvSpPr>
          <p:nvPr/>
        </p:nvSpPr>
        <p:spPr bwMode="auto">
          <a:xfrm>
            <a:off x="1134036" y="2927942"/>
            <a:ext cx="9335844" cy="304698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0">
            <a:schemeClr val="accent4"/>
          </a:lnRef>
          <a:fillRef idx="3">
            <a:schemeClr val="accent4"/>
          </a:fillRef>
          <a:effectRef idx="3">
            <a:schemeClr val="accent4"/>
          </a:effectRef>
          <a:fontRef idx="minor">
            <a:schemeClr val="lt1"/>
          </a:fontRef>
        </p:style>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参考以下步骤。</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r>
              <a:rPr kumimoji="0" lang="en-US"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a.</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创建用户。</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a:pP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mysql</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&gt;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mysql</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&gt;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insert </a:t>
            </a:r>
            <a:r>
              <a:rPr kumimoji="0" lang="zh-CN" altLang="zh-CN" sz="1800" b="0" i="0" u="none" strike="noStrike" cap="none" normalizeH="0" baseline="0" dirty="0">
                <a:ln>
                  <a:noFill/>
                </a:ln>
                <a:solidFill>
                  <a:srgbClr val="000088"/>
                </a:solidFill>
                <a:effectLst/>
                <a:latin typeface="Times New Roman" panose="02020603050405020304" pitchFamily="18" charset="0"/>
                <a:ea typeface="微软雅黑" panose="020B0503020204020204" pitchFamily="34" charset="-122"/>
                <a:cs typeface="Times New Roman" panose="02020603050405020304" pitchFamily="18" charset="0"/>
              </a:rPr>
              <a:t>into</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startAt="2"/>
            </a:pP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mysql</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user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660066"/>
                </a:solidFill>
                <a:effectLst/>
                <a:latin typeface="Times New Roman" panose="02020603050405020304" pitchFamily="18" charset="0"/>
                <a:ea typeface="微软雅黑" panose="020B0503020204020204" pitchFamily="34" charset="-122"/>
                <a:cs typeface="Times New Roman" panose="02020603050405020304" pitchFamily="18" charset="0"/>
              </a:rPr>
              <a:t>Host</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660066"/>
                </a:solidFill>
                <a:effectLst/>
                <a:latin typeface="Times New Roman" panose="02020603050405020304" pitchFamily="18" charset="0"/>
                <a:ea typeface="微软雅黑" panose="020B0503020204020204" pitchFamily="34" charset="-122"/>
                <a:cs typeface="Times New Roman" panose="02020603050405020304" pitchFamily="18" charset="0"/>
              </a:rPr>
              <a:t>User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660066"/>
                </a:solidFill>
                <a:effectLst/>
                <a:latin typeface="Times New Roman" panose="02020603050405020304" pitchFamily="18" charset="0"/>
                <a:ea typeface="微软雅黑" panose="020B0503020204020204" pitchFamily="34" charset="-122"/>
                <a:cs typeface="Times New Roman" panose="02020603050405020304" pitchFamily="18" charset="0"/>
              </a:rPr>
              <a:t>Password</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ssl_cipher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x509_issuer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x509_sub </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AutoNum type="arabicPeriod" startAt="3"/>
            </a:pP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ject</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values</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8800"/>
                </a:solidFill>
                <a:effectLst/>
                <a:latin typeface="Times New Roman" panose="02020603050405020304" pitchFamily="18" charset="0"/>
                <a:ea typeface="微软雅黑" panose="020B0503020204020204" pitchFamily="34" charset="-122"/>
                <a:cs typeface="Times New Roman" panose="02020603050405020304" pitchFamily="18" charset="0"/>
              </a:rPr>
              <a:t>"localhost"</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8800"/>
                </a:solidFill>
                <a:effectLst/>
                <a:latin typeface="Times New Roman" panose="02020603050405020304" pitchFamily="18" charset="0"/>
                <a:ea typeface="微软雅黑" panose="020B0503020204020204" pitchFamily="34" charset="-122"/>
                <a:cs typeface="Times New Roman" panose="02020603050405020304" pitchFamily="18" charset="0"/>
              </a:rPr>
              <a:t>"pppadmin"</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password</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8800"/>
                </a:solidFill>
                <a:effectLst/>
                <a:latin typeface="Times New Roman" panose="02020603050405020304" pitchFamily="18" charset="0"/>
                <a:ea typeface="微软雅黑" panose="020B0503020204020204" pitchFamily="34" charset="-122"/>
                <a:cs typeface="Times New Roman" panose="02020603050405020304" pitchFamily="18" charset="0"/>
              </a:rPr>
              <a:t>"passwd"</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88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88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88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执行以上命令可以创建一个 phplamp 用户。</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lvl="0" defTabSz="914400" eaLnBrk="0" fontAlgn="base" hangingPunct="0">
              <a:spcBef>
                <a:spcPct val="0"/>
              </a:spcBef>
              <a:spcAft>
                <a:spcPct val="0"/>
              </a:spcAft>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使用该用户登录 MySQL 服务。</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eaLnBrk="0" fontAlgn="base" hangingPunct="0">
              <a:spcBef>
                <a:spcPct val="0"/>
              </a:spcBef>
              <a:spcAft>
                <a:spcPct val="0"/>
              </a:spcAft>
              <a:buFontTx/>
              <a:buAutoNum type="arabicPeriod"/>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mysql</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&gt;</a:t>
            </a:r>
            <a:r>
              <a:rPr lang="zh-CN" altLang="zh-CN" sz="1800" dirty="0">
                <a:solidFill>
                  <a:srgbClr val="000088"/>
                </a:solidFill>
                <a:latin typeface="Times New Roman" panose="02020603050405020304" pitchFamily="18" charset="0"/>
                <a:ea typeface="微软雅黑" panose="020B0503020204020204" pitchFamily="34" charset="-122"/>
                <a:cs typeface="Times New Roman" panose="02020603050405020304" pitchFamily="18" charset="0"/>
              </a:rPr>
              <a:t>exit</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eaLnBrk="0" fontAlgn="base" hangingPunct="0">
              <a:spcBef>
                <a:spcPct val="0"/>
              </a:spcBef>
              <a:spcAft>
                <a:spcPct val="0"/>
              </a:spcAft>
              <a:buFontTx/>
              <a:buAutoNum type="arabicPeriod" startAt="2"/>
            </a:pP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@&gt;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mysql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u phplamp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p </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eaLnBrk="0" fontAlgn="base" hangingPunct="0">
              <a:spcBef>
                <a:spcPct val="0"/>
              </a:spcBef>
              <a:spcAft>
                <a:spcPct val="0"/>
              </a:spcAft>
              <a:buFontTx/>
              <a:buAutoNum type="arabicPeriod" startAt="3"/>
            </a:pP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@&gt;输入密码</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eaLnBrk="0" fontAlgn="base" hangingPunct="0">
              <a:spcBef>
                <a:spcPct val="0"/>
              </a:spcBef>
              <a:spcAft>
                <a:spcPct val="0"/>
              </a:spcAft>
              <a:buFontTx/>
              <a:buAutoNum type="arabicPeriod" startAt="4"/>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mysql</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&gt;登录成功</a:t>
            </a:r>
            <a:endParaRPr lang="zh-CN" altLang="zh-CN" sz="18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MySQL</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23203"/>
            <a:ext cx="10486540" cy="31822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帐号安全</a:t>
            </a:r>
            <a:endPar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240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lvl="0" defTabSz="914400" eaLnBrk="0" fontAlgn="base" hangingPunct="0">
              <a:lnSpc>
                <a:spcPct val="150000"/>
              </a:lnSpc>
              <a:spcBef>
                <a:spcPct val="0"/>
              </a:spcBef>
              <a:spcAft>
                <a:spcPct val="0"/>
              </a:spcAft>
              <a:buFontTx/>
              <a:buChar char="•"/>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删除无关帐号</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dirty="0">
                <a:solidFill>
                  <a:srgbClr val="333333"/>
                </a:solidFill>
                <a:latin typeface="Arial" panose="020B0604020202090204" pitchFamily="34" charset="0"/>
                <a:ea typeface="Roboto" panose="02000000000000000000"/>
              </a:rPr>
              <a:t>DROP USER 语句可用于删除一个或多个 MySQL 账户。使用 DROP USER 命令时，必须确保当前账号拥有 MySQL 数据库的全局 CREATE USER 权限或 DELETE 权限。账户名称的用户和主机部分分别与用户表记录的 User 和 Host 列值相对应。</a:t>
            </a:r>
            <a:endParaRPr lang="zh-CN" altLang="zh-CN" sz="1800" dirty="0">
              <a:latin typeface="Arial" panose="020B0604020202090204" pitchFamily="34" charset="0"/>
            </a:endParaRPr>
          </a:p>
          <a:p>
            <a:pPr lvl="0" indent="457200" defTabSz="914400" eaLnBrk="0" fontAlgn="base" hangingPunct="0">
              <a:lnSpc>
                <a:spcPct val="150000"/>
              </a:lnSpc>
              <a:spcBef>
                <a:spcPct val="0"/>
              </a:spcBef>
              <a:spcAft>
                <a:spcPct val="0"/>
              </a:spcAft>
            </a:pPr>
            <a:r>
              <a:rPr lang="zh-CN" altLang="zh-CN" sz="1800" dirty="0">
                <a:solidFill>
                  <a:srgbClr val="333333"/>
                </a:solidFill>
                <a:latin typeface="Arial" panose="020B0604020202090204" pitchFamily="34" charset="0"/>
                <a:ea typeface="Roboto" panose="02000000000000000000"/>
              </a:rPr>
              <a:t>执行</a:t>
            </a:r>
            <a:r>
              <a:rPr lang="zh-CN" altLang="zh-CN" sz="1800" dirty="0">
                <a:solidFill>
                  <a:srgbClr val="C7254E"/>
                </a:solidFill>
                <a:latin typeface="Consolas" panose="020B0609020204030204" pitchFamily="49" charset="0"/>
                <a:ea typeface="Roboto" panose="02000000000000000000"/>
              </a:rPr>
              <a:t>DROP USER user;</a:t>
            </a:r>
            <a:r>
              <a:rPr lang="zh-CN" altLang="zh-CN" sz="1800" dirty="0">
                <a:solidFill>
                  <a:srgbClr val="333333"/>
                </a:solidFill>
                <a:ea typeface="Roboto" panose="02000000000000000000"/>
              </a:rPr>
              <a:t>语句，您可以取消一个账户和其权限，并删除来自所有授权表的帐户权限记录。</a:t>
            </a:r>
            <a:endParaRPr lang="zh-CN" altLang="zh-CN" sz="1800" dirty="0">
              <a:latin typeface="Arial" panose="020B060402020209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MySQL</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43916"/>
            <a:ext cx="10486540" cy="31871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lvl="0" defTabSz="914400" eaLnBrk="0" fontAlgn="base" hangingPunct="0">
              <a:spcBef>
                <a:spcPct val="0"/>
              </a:spcBef>
              <a:spcAft>
                <a:spcPct val="0"/>
              </a:spcAft>
            </a:pPr>
            <a:r>
              <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口令</a:t>
            </a:r>
            <a:endPar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240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dirty="0">
                <a:solidFill>
                  <a:srgbClr val="333333"/>
                </a:solidFill>
                <a:latin typeface="Arial" panose="020B0604020202090204" pitchFamily="34" charset="0"/>
                <a:ea typeface="Roboto" panose="02000000000000000000"/>
              </a:rPr>
              <a:t>检查账户默认密码和弱密码。口令长度需要至少八位，并包括数字、小写字母、大写字母和特殊符号四类中的至少两种类型，且五次以内不得设置相同的口令。</a:t>
            </a:r>
            <a:endParaRPr lang="en-US" altLang="zh-CN" sz="1800" dirty="0">
              <a:solidFill>
                <a:srgbClr val="333333"/>
              </a:solidFill>
              <a:latin typeface="Arial" panose="020B0604020202090204" pitchFamily="34" charset="0"/>
              <a:ea typeface="Roboto" panose="02000000000000000000"/>
            </a:endParaRPr>
          </a:p>
          <a:p>
            <a:pPr lvl="0" indent="457200" defTabSz="914400" eaLnBrk="0" fontAlgn="base" hangingPunct="0">
              <a:lnSpc>
                <a:spcPct val="150000"/>
              </a:lnSpc>
              <a:spcBef>
                <a:spcPct val="0"/>
              </a:spcBef>
              <a:spcAft>
                <a:spcPct val="0"/>
              </a:spcAft>
            </a:pPr>
            <a:r>
              <a:rPr lang="zh-CN" altLang="zh-CN" sz="1800" dirty="0">
                <a:solidFill>
                  <a:srgbClr val="333333"/>
                </a:solidFill>
                <a:latin typeface="Arial" panose="020B0604020202090204" pitchFamily="34" charset="0"/>
                <a:ea typeface="Roboto" panose="02000000000000000000"/>
              </a:rPr>
              <a:t>密码应至少每 90 天进行一次更换。</a:t>
            </a:r>
            <a:endParaRPr lang="zh-CN" altLang="zh-CN" sz="1800" dirty="0">
              <a:latin typeface="Arial" panose="020B0604020202090204" pitchFamily="34" charset="0"/>
            </a:endParaRPr>
          </a:p>
          <a:p>
            <a:pPr lvl="0" indent="457200" defTabSz="914400" eaLnBrk="0" fontAlgn="base" hangingPunct="0">
              <a:lnSpc>
                <a:spcPct val="150000"/>
              </a:lnSpc>
              <a:spcBef>
                <a:spcPct val="0"/>
              </a:spcBef>
              <a:spcAft>
                <a:spcPct val="0"/>
              </a:spcAft>
            </a:pPr>
            <a:r>
              <a:rPr lang="zh-CN" altLang="zh-CN" sz="1800" dirty="0">
                <a:solidFill>
                  <a:srgbClr val="333333"/>
                </a:solidFill>
                <a:latin typeface="Arial" panose="020B0604020202090204" pitchFamily="34" charset="0"/>
                <a:ea typeface="Roboto" panose="02000000000000000000"/>
              </a:rPr>
              <a:t>您可以通过执行以下命令修改密码</a:t>
            </a:r>
            <a:r>
              <a:rPr lang="zh-CN" altLang="en-US" sz="1800" dirty="0">
                <a:solidFill>
                  <a:srgbClr val="333333"/>
                </a:solidFill>
                <a:latin typeface="Arial" panose="020B0604020202090204" pitchFamily="34" charset="0"/>
                <a:ea typeface="Roboto" panose="02000000000000000000"/>
              </a:rPr>
              <a:t>：</a:t>
            </a:r>
            <a:endParaRPr lang="zh-CN" altLang="zh-CN" sz="1800" dirty="0">
              <a:solidFill>
                <a:srgbClr val="333333"/>
              </a:solidFill>
              <a:latin typeface="Consolas" panose="020B0609020204030204" pitchFamily="49" charset="0"/>
            </a:endParaRPr>
          </a:p>
          <a:p>
            <a:pPr marL="457200" lvl="0" defTabSz="914400" eaLnBrk="0" fontAlgn="base" hangingPunct="0">
              <a:lnSpc>
                <a:spcPct val="150000"/>
              </a:lnSpc>
              <a:spcBef>
                <a:spcPct val="0"/>
              </a:spcBef>
              <a:spcAft>
                <a:spcPct val="0"/>
              </a:spcAft>
              <a:buFontTx/>
              <a:buAutoNum type="arabicPeriod"/>
            </a:pPr>
            <a:r>
              <a:rPr lang="zh-CN" altLang="zh-CN" sz="1800" dirty="0">
                <a:solidFill>
                  <a:srgbClr val="000000"/>
                </a:solidFill>
                <a:latin typeface="Consolas" panose="020B0609020204030204" pitchFamily="49" charset="0"/>
              </a:rPr>
              <a:t>mysql</a:t>
            </a:r>
            <a:r>
              <a:rPr lang="zh-CN" altLang="zh-CN" sz="1800" dirty="0">
                <a:solidFill>
                  <a:srgbClr val="666600"/>
                </a:solidFill>
                <a:latin typeface="Consolas" panose="020B0609020204030204" pitchFamily="49" charset="0"/>
              </a:rPr>
              <a:t>&gt;</a:t>
            </a:r>
            <a:r>
              <a:rPr lang="zh-CN" altLang="zh-CN" sz="1800" dirty="0">
                <a:solidFill>
                  <a:srgbClr val="000000"/>
                </a:solidFill>
                <a:latin typeface="Consolas" panose="020B0609020204030204" pitchFamily="49" charset="0"/>
              </a:rPr>
              <a:t> update user </a:t>
            </a:r>
            <a:r>
              <a:rPr lang="zh-CN" altLang="zh-CN" sz="1800" dirty="0">
                <a:solidFill>
                  <a:srgbClr val="000088"/>
                </a:solidFill>
                <a:latin typeface="Consolas" panose="020B0609020204030204" pitchFamily="49" charset="0"/>
              </a:rPr>
              <a:t>set</a:t>
            </a:r>
            <a:r>
              <a:rPr lang="zh-CN" altLang="zh-CN" sz="1800" dirty="0">
                <a:solidFill>
                  <a:srgbClr val="000000"/>
                </a:solidFill>
                <a:latin typeface="Consolas" panose="020B0609020204030204" pitchFamily="49" charset="0"/>
              </a:rPr>
              <a:t> password</a:t>
            </a:r>
            <a:r>
              <a:rPr lang="zh-CN" altLang="zh-CN" sz="1800" dirty="0">
                <a:solidFill>
                  <a:srgbClr val="666600"/>
                </a:solidFill>
                <a:latin typeface="Consolas" panose="020B0609020204030204" pitchFamily="49" charset="0"/>
              </a:rPr>
              <a:t>=</a:t>
            </a:r>
            <a:r>
              <a:rPr lang="zh-CN" altLang="zh-CN" sz="1800" dirty="0">
                <a:solidFill>
                  <a:srgbClr val="000000"/>
                </a:solidFill>
                <a:latin typeface="Consolas" panose="020B0609020204030204" pitchFamily="49" charset="0"/>
              </a:rPr>
              <a:t>password</a:t>
            </a:r>
            <a:r>
              <a:rPr lang="zh-CN" altLang="zh-CN" sz="1800" dirty="0">
                <a:solidFill>
                  <a:srgbClr val="666600"/>
                </a:solidFill>
                <a:latin typeface="Consolas" panose="020B0609020204030204" pitchFamily="49" charset="0"/>
              </a:rPr>
              <a:t>(</a:t>
            </a:r>
            <a:r>
              <a:rPr lang="zh-CN" altLang="zh-CN" sz="1800" dirty="0">
                <a:solidFill>
                  <a:srgbClr val="008800"/>
                </a:solidFill>
                <a:latin typeface="Consolas" panose="020B0609020204030204" pitchFamily="49" charset="0"/>
              </a:rPr>
              <a:t>'test!p3'</a:t>
            </a:r>
            <a:r>
              <a:rPr lang="zh-CN" altLang="zh-CN" sz="1800" dirty="0">
                <a:solidFill>
                  <a:srgbClr val="666600"/>
                </a:solidFill>
                <a:latin typeface="Consolas" panose="020B0609020204030204" pitchFamily="49" charset="0"/>
              </a:rPr>
              <a:t>)</a:t>
            </a:r>
            <a:r>
              <a:rPr lang="zh-CN" altLang="zh-CN" sz="1800" dirty="0">
                <a:solidFill>
                  <a:srgbClr val="000000"/>
                </a:solidFill>
                <a:latin typeface="Consolas" panose="020B0609020204030204" pitchFamily="49" charset="0"/>
              </a:rPr>
              <a:t> </a:t>
            </a:r>
            <a:r>
              <a:rPr lang="zh-CN" altLang="zh-CN" sz="1800" dirty="0">
                <a:solidFill>
                  <a:srgbClr val="000088"/>
                </a:solidFill>
                <a:latin typeface="Consolas" panose="020B0609020204030204" pitchFamily="49" charset="0"/>
              </a:rPr>
              <a:t>where</a:t>
            </a:r>
            <a:r>
              <a:rPr lang="zh-CN" altLang="zh-CN" sz="1800" dirty="0">
                <a:solidFill>
                  <a:srgbClr val="000000"/>
                </a:solidFill>
                <a:latin typeface="Consolas" panose="020B0609020204030204" pitchFamily="49" charset="0"/>
              </a:rPr>
              <a:t> user</a:t>
            </a:r>
            <a:r>
              <a:rPr lang="zh-CN" altLang="zh-CN" sz="1800" dirty="0">
                <a:solidFill>
                  <a:srgbClr val="666600"/>
                </a:solidFill>
                <a:latin typeface="Consolas" panose="020B0609020204030204" pitchFamily="49" charset="0"/>
              </a:rPr>
              <a:t>=</a:t>
            </a:r>
            <a:r>
              <a:rPr lang="zh-CN" altLang="zh-CN" sz="1800" dirty="0">
                <a:solidFill>
                  <a:srgbClr val="008800"/>
                </a:solidFill>
                <a:latin typeface="Consolas" panose="020B0609020204030204" pitchFamily="49" charset="0"/>
              </a:rPr>
              <a:t>'root'</a:t>
            </a:r>
            <a:r>
              <a:rPr lang="zh-CN" altLang="zh-CN" sz="1800" dirty="0">
                <a:solidFill>
                  <a:srgbClr val="666600"/>
                </a:solidFill>
                <a:latin typeface="Consolas" panose="020B0609020204030204" pitchFamily="49" charset="0"/>
              </a:rPr>
              <a:t>;</a:t>
            </a:r>
            <a:endParaRPr lang="zh-CN" altLang="zh-CN" sz="1800" dirty="0">
              <a:solidFill>
                <a:srgbClr val="333333"/>
              </a:solidFill>
              <a:latin typeface="Consolas" panose="020B0609020204030204" pitchFamily="49" charset="0"/>
            </a:endParaRPr>
          </a:p>
          <a:p>
            <a:pPr marL="457200" lvl="0" defTabSz="914400" eaLnBrk="0" fontAlgn="base" hangingPunct="0">
              <a:lnSpc>
                <a:spcPct val="150000"/>
              </a:lnSpc>
              <a:spcBef>
                <a:spcPct val="0"/>
              </a:spcBef>
              <a:spcAft>
                <a:spcPct val="0"/>
              </a:spcAft>
              <a:buFontTx/>
              <a:buAutoNum type="arabicPeriod" startAt="2"/>
            </a:pPr>
            <a:r>
              <a:rPr lang="zh-CN" altLang="zh-CN" sz="1800" dirty="0">
                <a:solidFill>
                  <a:srgbClr val="000000"/>
                </a:solidFill>
                <a:latin typeface="Consolas" panose="020B0609020204030204" pitchFamily="49" charset="0"/>
              </a:rPr>
              <a:t>mysql</a:t>
            </a:r>
            <a:r>
              <a:rPr lang="zh-CN" altLang="zh-CN" sz="1800" dirty="0">
                <a:solidFill>
                  <a:srgbClr val="666600"/>
                </a:solidFill>
                <a:latin typeface="Consolas" panose="020B0609020204030204" pitchFamily="49" charset="0"/>
              </a:rPr>
              <a:t>&gt;</a:t>
            </a:r>
            <a:r>
              <a:rPr lang="zh-CN" altLang="zh-CN" sz="1800" dirty="0">
                <a:solidFill>
                  <a:srgbClr val="000000"/>
                </a:solidFill>
                <a:latin typeface="Consolas" panose="020B0609020204030204" pitchFamily="49" charset="0"/>
              </a:rPr>
              <a:t> flush privileges</a:t>
            </a:r>
            <a:r>
              <a:rPr lang="zh-CN" altLang="zh-CN" sz="1800" dirty="0">
                <a:solidFill>
                  <a:srgbClr val="666600"/>
                </a:solidFill>
                <a:latin typeface="Consolas" panose="020B0609020204030204" pitchFamily="49" charset="0"/>
              </a:rPr>
              <a:t>;</a:t>
            </a:r>
            <a:endParaRPr lang="zh-CN" altLang="zh-CN" sz="1800" dirty="0">
              <a:solidFill>
                <a:srgbClr val="333333"/>
              </a:solidFill>
              <a:latin typeface="Consolas" panose="020B0609020204030204" pitchFamily="49"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MySQL</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43972"/>
            <a:ext cx="10486540" cy="15202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lvl="0" defTabSz="914400" eaLnBrk="0" fontAlgn="base" hangingPunct="0">
              <a:spcBef>
                <a:spcPct val="0"/>
              </a:spcBef>
              <a:spcAft>
                <a:spcPct val="0"/>
              </a:spcAft>
            </a:pPr>
            <a:r>
              <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授权</a:t>
            </a:r>
            <a:endPar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240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en-US" sz="1800" dirty="0">
                <a:solidFill>
                  <a:srgbClr val="333333"/>
                </a:solidFill>
                <a:latin typeface="Arial" panose="020B0604020202090204" pitchFamily="34" charset="0"/>
                <a:ea typeface="Roboto" panose="02000000000000000000"/>
              </a:rPr>
              <a:t>在数据库权限配置能力范围内，根据用户的业务需要，配置其所需的最小权限。</a:t>
            </a:r>
            <a:endParaRPr lang="zh-CN" altLang="en-US" sz="1800" dirty="0">
              <a:solidFill>
                <a:srgbClr val="333333"/>
              </a:solidFill>
              <a:latin typeface="Arial" panose="020B0604020202090204" pitchFamily="34" charset="0"/>
              <a:ea typeface="Roboto" panose="02000000000000000000"/>
            </a:endParaRPr>
          </a:p>
          <a:p>
            <a:pPr lvl="0" indent="457200" defTabSz="914400" eaLnBrk="0" fontAlgn="base" hangingPunct="0">
              <a:lnSpc>
                <a:spcPct val="150000"/>
              </a:lnSpc>
              <a:spcBef>
                <a:spcPct val="0"/>
              </a:spcBef>
              <a:spcAft>
                <a:spcPct val="0"/>
              </a:spcAft>
            </a:pPr>
            <a:r>
              <a:rPr lang="zh-CN" altLang="en-US" sz="1800" dirty="0">
                <a:solidFill>
                  <a:srgbClr val="333333"/>
                </a:solidFill>
                <a:latin typeface="Arial" panose="020B0604020202090204" pitchFamily="34" charset="0"/>
                <a:ea typeface="Roboto" panose="02000000000000000000"/>
              </a:rPr>
              <a:t>（</a:t>
            </a:r>
            <a:r>
              <a:rPr lang="en-US" altLang="zh-CN" sz="1800" dirty="0">
                <a:solidFill>
                  <a:srgbClr val="333333"/>
                </a:solidFill>
                <a:latin typeface="Arial" panose="020B0604020202090204" pitchFamily="34" charset="0"/>
                <a:ea typeface="Roboto" panose="02000000000000000000"/>
              </a:rPr>
              <a:t>1</a:t>
            </a:r>
            <a:r>
              <a:rPr lang="zh-CN" altLang="en-US" sz="1800" dirty="0">
                <a:solidFill>
                  <a:srgbClr val="333333"/>
                </a:solidFill>
                <a:latin typeface="Arial" panose="020B0604020202090204" pitchFamily="34" charset="0"/>
                <a:ea typeface="Roboto" panose="02000000000000000000"/>
              </a:rPr>
              <a:t>）查看数据库授权情况。</a:t>
            </a:r>
            <a:endParaRPr lang="zh-CN" altLang="en-US" sz="1800" dirty="0">
              <a:solidFill>
                <a:srgbClr val="333333"/>
              </a:solidFill>
              <a:latin typeface="Arial" panose="020B0604020202090204" pitchFamily="34" charset="0"/>
              <a:ea typeface="Roboto" panose="02000000000000000000"/>
            </a:endParaRPr>
          </a:p>
        </p:txBody>
      </p:sp>
      <p:pic>
        <p:nvPicPr>
          <p:cNvPr id="6" name="图片 5"/>
          <p:cNvPicPr>
            <a:picLocks noChangeAspect="1"/>
          </p:cNvPicPr>
          <p:nvPr/>
        </p:nvPicPr>
        <p:blipFill rotWithShape="1">
          <a:blip r:embed="rId1"/>
          <a:srcRect r="55710"/>
          <a:stretch>
            <a:fillRect/>
          </a:stretch>
        </p:blipFill>
        <p:spPr>
          <a:xfrm>
            <a:off x="2711987" y="3558105"/>
            <a:ext cx="5306699" cy="2070929"/>
          </a:xfrm>
          <a:prstGeom prst="rect">
            <a:avLst/>
          </a:prstGeom>
          <a:ln w="88900" cap="sq" cmpd="thickThin">
            <a:solidFill>
              <a:schemeClr val="accent4">
                <a:lumMod val="60000"/>
                <a:lumOff val="40000"/>
              </a:schemeClr>
            </a:solidFill>
            <a:prstDash val="solid"/>
            <a:miter lim="800000"/>
            <a:headEnd/>
            <a:tailEnd/>
          </a:ln>
          <a:effectLst>
            <a:innerShdw blurRad="76200">
              <a:srgbClr val="000000"/>
            </a:inn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MySQL</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5909"/>
            <a:ext cx="10486540" cy="110286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lvl="0" defTabSz="914400" eaLnBrk="0" fontAlgn="base" hangingPunct="0">
              <a:spcBef>
                <a:spcPct val="0"/>
              </a:spcBef>
              <a:spcAft>
                <a:spcPct val="0"/>
              </a:spcAft>
            </a:pPr>
            <a:r>
              <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授权</a:t>
            </a:r>
            <a:endPar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240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）通过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revoke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命令回收不必要的或危险的授权</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rotWithShape="1">
          <a:blip r:embed="rId1"/>
          <a:srcRect r="62836"/>
          <a:stretch>
            <a:fillRect/>
          </a:stretch>
        </p:blipFill>
        <p:spPr>
          <a:xfrm>
            <a:off x="6581776" y="1357833"/>
            <a:ext cx="3812290" cy="4964743"/>
          </a:xfrm>
          <a:prstGeom prst="rect">
            <a:avLst/>
          </a:prstGeom>
          <a:solidFill>
            <a:srgbClr val="FFFFFF">
              <a:shade val="85000"/>
            </a:srgbClr>
          </a:solidFill>
          <a:ln w="88900" cap="sq">
            <a:solidFill>
              <a:schemeClr val="accent4">
                <a:lumMod val="60000"/>
                <a:lumOff val="40000"/>
              </a:schemeClr>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MySQL</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36437"/>
            <a:ext cx="10486540" cy="4429033"/>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开启日志审计功能</a:t>
            </a:r>
            <a:endPar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240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）数据库应配置日志功能，便于记录运行状况和操作行为。</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MySQL</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服务有以下几种日志类型：</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1007745" lvl="0" indent="-285750" defTabSz="914400" eaLnBrk="0" fontAlgn="base" hangingPunct="0">
              <a:lnSpc>
                <a:spcPct val="150000"/>
              </a:lnSpc>
              <a:spcBef>
                <a:spcPct val="0"/>
              </a:spcBef>
              <a:spcAft>
                <a:spcPct val="0"/>
              </a:spcAft>
              <a:buClr>
                <a:srgbClr val="FFC000"/>
              </a:buClr>
              <a:buFont typeface="Wingdings" panose="05000000000000000000" pitchFamily="2" charset="2"/>
              <a:buChar char="Ø"/>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错误日志：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-log-err</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1007745" indent="-285750" defTabSz="914400" eaLnBrk="0" fontAlgn="base" hangingPunct="0">
              <a:lnSpc>
                <a:spcPct val="150000"/>
              </a:lnSpc>
              <a:spcBef>
                <a:spcPct val="0"/>
              </a:spcBef>
              <a:spcAft>
                <a:spcPct val="0"/>
              </a:spcAft>
              <a:buClr>
                <a:srgbClr val="FFC000"/>
              </a:buClr>
              <a:buFont typeface="Wingdings" panose="05000000000000000000" pitchFamily="2" charset="2"/>
              <a:buChar char="Ø"/>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查询日志：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-log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（可选）</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1007745" indent="-285750" defTabSz="914400" eaLnBrk="0" fontAlgn="base" hangingPunct="0">
              <a:lnSpc>
                <a:spcPct val="150000"/>
              </a:lnSpc>
              <a:spcBef>
                <a:spcPct val="0"/>
              </a:spcBef>
              <a:spcAft>
                <a:spcPct val="0"/>
              </a:spcAft>
              <a:buClr>
                <a:srgbClr val="FFC000"/>
              </a:buClr>
              <a:buFont typeface="Wingdings" panose="05000000000000000000" pitchFamily="2" charset="2"/>
              <a:buChar char="Ø"/>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慢查询日志：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-log-slow-queries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（可选）</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1007745" indent="-285750" defTabSz="914400" eaLnBrk="0" fontAlgn="base" hangingPunct="0">
              <a:lnSpc>
                <a:spcPct val="150000"/>
              </a:lnSpc>
              <a:spcBef>
                <a:spcPct val="0"/>
              </a:spcBef>
              <a:spcAft>
                <a:spcPct val="0"/>
              </a:spcAft>
              <a:buClr>
                <a:srgbClr val="FFC000"/>
              </a:buClr>
              <a:buFont typeface="Wingdings" panose="05000000000000000000" pitchFamily="2" charset="2"/>
              <a:buChar char="Ø"/>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更新日志：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-log-update</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1007745" indent="-285750" defTabSz="914400" eaLnBrk="0" fontAlgn="base" hangingPunct="0">
              <a:lnSpc>
                <a:spcPct val="150000"/>
              </a:lnSpc>
              <a:spcBef>
                <a:spcPct val="0"/>
              </a:spcBef>
              <a:spcAft>
                <a:spcPct val="0"/>
              </a:spcAft>
              <a:buClr>
                <a:srgbClr val="FFC000"/>
              </a:buClr>
              <a:buFont typeface="Wingdings" panose="05000000000000000000" pitchFamily="2" charset="2"/>
              <a:buChar char="Ø"/>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二进制日志：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-log-bin</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）找到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MySQL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的安装目录，在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my.ini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配置文件中增加上述所需的日志类型参数，保存配置文件后，重启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MySQL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服务即可启用日志功能。例如：</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MySQL</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开启日志审计功能</a:t>
            </a:r>
            <a:endPar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 name="图片 5"/>
          <p:cNvPicPr>
            <a:picLocks noChangeAspect="1"/>
          </p:cNvPicPr>
          <p:nvPr/>
        </p:nvPicPr>
        <p:blipFill rotWithShape="1">
          <a:blip r:embed="rId1"/>
          <a:srcRect r="29688"/>
          <a:stretch>
            <a:fillRect/>
          </a:stretch>
        </p:blipFill>
        <p:spPr>
          <a:xfrm>
            <a:off x="1624657" y="2170829"/>
            <a:ext cx="7882238" cy="2498880"/>
          </a:xfrm>
          <a:prstGeom prst="rect">
            <a:avLst/>
          </a:prstGeom>
          <a:ln>
            <a:noFill/>
          </a:ln>
          <a:effectLst>
            <a:outerShdw blurRad="292100" dist="139700" dir="2700000" algn="tl" rotWithShape="0">
              <a:srgbClr val="333333">
                <a:alpha val="65000"/>
              </a:srgbClr>
            </a:outerShdw>
          </a:effectLst>
        </p:spPr>
      </p:pic>
      <p:sp>
        <p:nvSpPr>
          <p:cNvPr id="7" name="Rectangle 1"/>
          <p:cNvSpPr>
            <a:spLocks noChangeArrowheads="1"/>
          </p:cNvSpPr>
          <p:nvPr/>
        </p:nvSpPr>
        <p:spPr bwMode="auto">
          <a:xfrm>
            <a:off x="1204691" y="4846128"/>
            <a:ext cx="10219522" cy="1612877"/>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该参数中启用错误日志。如果您需要启用其他的日志，只需把对应参数前面的 “#” 删除即可。</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en-US" sz="18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18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日志查询操作说明</a:t>
            </a:r>
            <a:endParaRPr kumimoji="0" lang="zh-CN" altLang="zh-CN" sz="180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457200" marR="0" lvl="0" algn="l" defTabSz="914400" rtl="0" eaLnBrk="0" fontAlgn="base" latinLnBrk="0" hangingPunct="0">
              <a:lnSpc>
                <a:spcPct val="150000"/>
              </a:lnSpc>
              <a:spcBef>
                <a:spcPct val="0"/>
              </a:spcBef>
              <a:spcAft>
                <a:spcPct val="0"/>
              </a:spcAft>
              <a:buClrTx/>
              <a:buSzTx/>
              <a:buFontTx/>
              <a:buChar char="•"/>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执行</a:t>
            </a:r>
            <a:r>
              <a:rPr kumimoji="0" lang="zh-CN" altLang="zh-CN" sz="1800" b="0" i="0" u="none" strike="noStrike" cap="none" normalizeH="0" baseline="0" dirty="0">
                <a:ln>
                  <a:noFill/>
                </a:ln>
                <a:solidFill>
                  <a:srgbClr val="C7254E"/>
                </a:solidFill>
                <a:effectLst/>
                <a:latin typeface="Times New Roman" panose="02020603050405020304" pitchFamily="18" charset="0"/>
                <a:ea typeface="微软雅黑" panose="020B0503020204020204" pitchFamily="34" charset="-122"/>
                <a:cs typeface="Times New Roman" panose="02020603050405020304" pitchFamily="18" charset="0"/>
              </a:rPr>
              <a:t>show variables like 'log_%';</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命令可查看所有的 log。</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457200" marR="0" lvl="0" algn="l" defTabSz="914400" rtl="0" eaLnBrk="0" fontAlgn="base" latinLnBrk="0" hangingPunct="0">
              <a:lnSpc>
                <a:spcPct val="150000"/>
              </a:lnSpc>
              <a:spcBef>
                <a:spcPct val="0"/>
              </a:spcBef>
              <a:spcAft>
                <a:spcPct val="0"/>
              </a:spcAft>
              <a:buClrTx/>
              <a:buSzTx/>
              <a:buFontTx/>
              <a:buChar char="•"/>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执行</a:t>
            </a:r>
            <a:r>
              <a:rPr kumimoji="0" lang="zh-CN" altLang="zh-CN" sz="1800" b="0" i="0" u="none" strike="noStrike" cap="none" normalizeH="0" baseline="0" dirty="0">
                <a:ln>
                  <a:noFill/>
                </a:ln>
                <a:solidFill>
                  <a:srgbClr val="C7254E"/>
                </a:solidFill>
                <a:effectLst/>
                <a:latin typeface="Times New Roman" panose="02020603050405020304" pitchFamily="18" charset="0"/>
                <a:ea typeface="微软雅黑" panose="020B0503020204020204" pitchFamily="34" charset="-122"/>
                <a:cs typeface="Times New Roman" panose="02020603050405020304" pitchFamily="18" charset="0"/>
              </a:rPr>
              <a:t>show variables like 'log_bin';</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命令可查看具体的 log。</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MySQL</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a:t>
            </a:r>
            <a:r>
              <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安装最新补丁</a:t>
            </a:r>
            <a:endPar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845876" y="2245442"/>
            <a:ext cx="10219522" cy="781881"/>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indent="457200" defTabSz="9144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确保系统安装了最新的安全补丁。</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en-US" sz="1800" b="1"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注意： 在保证业务及网络安全的前提下，并经过兼容性测试后，安装更新补丁。</a:t>
            </a:r>
            <a:endParaRPr lang="zh-CN" altLang="en-US" sz="1800" b="1"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Rectangle 1"/>
          <p:cNvSpPr>
            <a:spLocks noChangeArrowheads="1"/>
          </p:cNvSpPr>
          <p:nvPr/>
        </p:nvSpPr>
        <p:spPr bwMode="auto">
          <a:xfrm>
            <a:off x="1044523" y="3645070"/>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6</a:t>
            </a:r>
            <a:r>
              <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如果不需要，应禁止远程访问</a:t>
            </a:r>
            <a:endPar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Rectangle 1"/>
          <p:cNvSpPr>
            <a:spLocks noChangeArrowheads="1"/>
          </p:cNvSpPr>
          <p:nvPr/>
        </p:nvSpPr>
        <p:spPr bwMode="auto">
          <a:xfrm>
            <a:off x="847803" y="4227841"/>
            <a:ext cx="10219522" cy="1612877"/>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禁止网络连接，防止猜解密码攻击、溢出攻击、和嗅探攻击。</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b="1"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注意： 仅限于应用和数据库在同一台主机的情况。</a:t>
            </a:r>
            <a:endParaRPr lang="zh-CN" altLang="zh-CN" sz="1800" b="1"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如果数据库不需要远程访问，可以禁止远程 TCP/IP 连接，通过在 MySQL 服务器的启动参数中添加</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--skip-networking</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参数使 MySQL 服务不监听任何 TCP/IP 连接，增加安全性</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MySQL</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7</a:t>
            </a:r>
            <a:r>
              <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设置可信 </a:t>
            </a: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IP </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访问控制</a:t>
            </a:r>
            <a:endPar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845876" y="2234463"/>
            <a:ext cx="10219522" cy="1197379"/>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通过数据库所在操作系统的防火墙限制，实现只有信任的 IP 才能通过监听器访问数据库。</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1" defTabSz="914400">
              <a:lnSpc>
                <a:spcPct val="150000"/>
              </a:lnSpc>
              <a:buFontTx/>
              <a:buAutoNum type="arabicPeriod"/>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mysql</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&gt;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GRANT ALL PRIVILEGES ON db</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1" defTabSz="914400">
              <a:lnSpc>
                <a:spcPct val="150000"/>
              </a:lnSpc>
              <a:buFontTx/>
              <a:buAutoNum type="arabicPeriod" startAt="2"/>
            </a:pP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·-&gt;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-&gt;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TO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用户名@</a:t>
            </a:r>
            <a:r>
              <a:rPr lang="zh-CN" altLang="zh-CN" sz="1800" dirty="0">
                <a:solidFill>
                  <a:srgbClr val="008800"/>
                </a:solidFill>
                <a:latin typeface="Times New Roman" panose="02020603050405020304" pitchFamily="18" charset="0"/>
                <a:ea typeface="微软雅黑" panose="020B0503020204020204" pitchFamily="34" charset="-122"/>
                <a:cs typeface="Times New Roman" panose="02020603050405020304" pitchFamily="18" charset="0"/>
              </a:rPr>
              <a:t>'IP子网/掩码</a:t>
            </a:r>
            <a:r>
              <a:rPr lang="zh-CN" altLang="en-US" sz="1800" dirty="0">
                <a:solidFill>
                  <a:srgbClr val="0088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Rectangle 1"/>
          <p:cNvSpPr>
            <a:spLocks noChangeArrowheads="1"/>
          </p:cNvSpPr>
          <p:nvPr/>
        </p:nvSpPr>
        <p:spPr bwMode="auto">
          <a:xfrm>
            <a:off x="1044523" y="4003888"/>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8</a:t>
            </a:r>
            <a:r>
              <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连接数设置</a:t>
            </a:r>
            <a:endParaRPr kumimoji="0" lang="en-US" altLang="zh-CN"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Rectangle 1"/>
          <p:cNvSpPr>
            <a:spLocks noChangeArrowheads="1"/>
          </p:cNvSpPr>
          <p:nvPr/>
        </p:nvSpPr>
        <p:spPr bwMode="auto">
          <a:xfrm>
            <a:off x="847803" y="4562912"/>
            <a:ext cx="10219522" cy="1197379"/>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根据您的机器性能和业务需求，设置最大、最小连接数。</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在 MySQL 配置文件（my.conf 或 my.ini）的 [mysqld] 配置段中添加</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max_connections = 1000</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，保存配置文件，重启 MySQL 服务后即可生效。</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err="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phpMyadmin</a:t>
            </a:r>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Rectangle 1"/>
          <p:cNvSpPr>
            <a:spLocks noChangeArrowheads="1"/>
          </p:cNvSpPr>
          <p:nvPr/>
        </p:nvSpPr>
        <p:spPr bwMode="auto">
          <a:xfrm>
            <a:off x="1281359" y="1545346"/>
            <a:ext cx="5498306"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defTabSz="914400"/>
            <a:r>
              <a:rPr lang="zh-CN" altLang="en-US" sz="2400" b="1" dirty="0">
                <a:solidFill>
                  <a:srgbClr val="333333"/>
                </a:solidFill>
                <a:ea typeface="Roboto" panose="02000000000000000000"/>
              </a:rPr>
              <a:t>漏洞描述</a:t>
            </a:r>
            <a:endParaRPr lang="zh-CN" altLang="en-US" sz="2400" b="1" dirty="0">
              <a:solidFill>
                <a:srgbClr val="333333"/>
              </a:solidFill>
              <a:ea typeface="Roboto" panose="02000000000000000000"/>
            </a:endParaRPr>
          </a:p>
        </p:txBody>
      </p:sp>
      <p:sp>
        <p:nvSpPr>
          <p:cNvPr id="7" name="Rectangle 1"/>
          <p:cNvSpPr>
            <a:spLocks noChangeArrowheads="1"/>
          </p:cNvSpPr>
          <p:nvPr/>
        </p:nvSpPr>
        <p:spPr bwMode="auto">
          <a:xfrm>
            <a:off x="1555077" y="2033763"/>
            <a:ext cx="9050095" cy="1197379"/>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indent="457200" defTabSz="914400">
              <a:lnSpc>
                <a:spcPct val="150000"/>
              </a:lnSpc>
            </a:pP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phpMyadmin</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是一款流行的数据库管理系统，如果口令设置过于简单，攻击者可以登录到系统，对数据库进行任意增、删、改等高风险恶意操作，从而导致数据泄露或其他入侵事件发生，安全风险高。</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Rectangle 1"/>
          <p:cNvSpPr>
            <a:spLocks noChangeArrowheads="1"/>
          </p:cNvSpPr>
          <p:nvPr/>
        </p:nvSpPr>
        <p:spPr bwMode="auto">
          <a:xfrm>
            <a:off x="1273739" y="3835156"/>
            <a:ext cx="5498306"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defTabSz="914400"/>
            <a:r>
              <a:rPr lang="zh-CN" altLang="en-US" sz="2400" b="1" dirty="0">
                <a:solidFill>
                  <a:srgbClr val="333333"/>
                </a:solidFill>
                <a:ea typeface="Roboto" panose="02000000000000000000"/>
              </a:rPr>
              <a:t>加固方案</a:t>
            </a:r>
            <a:endParaRPr lang="zh-CN" altLang="en-US" sz="2400" b="1" dirty="0">
              <a:solidFill>
                <a:srgbClr val="333333"/>
              </a:solidFill>
              <a:ea typeface="Roboto" panose="02000000000000000000"/>
            </a:endParaRPr>
          </a:p>
        </p:txBody>
      </p:sp>
      <p:sp>
        <p:nvSpPr>
          <p:cNvPr id="8" name="Rectangle 1"/>
          <p:cNvSpPr>
            <a:spLocks noChangeArrowheads="1"/>
          </p:cNvSpPr>
          <p:nvPr/>
        </p:nvSpPr>
        <p:spPr bwMode="auto">
          <a:xfrm>
            <a:off x="1547457" y="4335003"/>
            <a:ext cx="9050095" cy="1197379"/>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indent="457200" defTabSz="914400">
              <a:lnSpc>
                <a:spcPct val="150000"/>
              </a:lnSpc>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根据通常的业务需求，数据库管理后台主要方便地为数据库管理员、开发人员服务，使用人员范围小，一旦对外网全部开放，将可能会造成严重的数据泄露事件发生。所以在部署安装完毕后，我们建议您对 </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phpMyadmin</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管理控制台进行安全加固，具体如下</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err="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phpMyadmin</a:t>
            </a:r>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Rectangle 1"/>
          <p:cNvSpPr>
            <a:spLocks noChangeArrowheads="1"/>
          </p:cNvSpPr>
          <p:nvPr/>
        </p:nvSpPr>
        <p:spPr bwMode="auto">
          <a:xfrm>
            <a:off x="1281359" y="1545346"/>
            <a:ext cx="5498306"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defTabSz="914400"/>
            <a:r>
              <a:rPr lang="zh-CN" altLang="en-US" sz="2400" b="1" dirty="0">
                <a:solidFill>
                  <a:srgbClr val="333333"/>
                </a:solidFill>
                <a:ea typeface="Roboto" panose="02000000000000000000"/>
              </a:rPr>
              <a:t>加固方案</a:t>
            </a:r>
            <a:endParaRPr lang="zh-CN" altLang="en-US" sz="2400" b="1" dirty="0">
              <a:solidFill>
                <a:srgbClr val="333333"/>
              </a:solidFill>
              <a:ea typeface="Roboto" panose="02000000000000000000"/>
            </a:endParaRPr>
          </a:p>
        </p:txBody>
      </p:sp>
      <p:sp>
        <p:nvSpPr>
          <p:cNvPr id="8" name="Rectangle 1"/>
          <p:cNvSpPr>
            <a:spLocks noChangeArrowheads="1"/>
          </p:cNvSpPr>
          <p:nvPr/>
        </p:nvSpPr>
        <p:spPr bwMode="auto">
          <a:xfrm>
            <a:off x="848285" y="2089348"/>
            <a:ext cx="10486540" cy="2859373"/>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indent="457200" defTabSz="914400">
              <a:lnSpc>
                <a:spcPct val="150000"/>
              </a:lnSpc>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网络访问控制策略</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限制访问人员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IP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配置 </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phpMyadmin</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phpMyadmin</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也默认提供了访问控制功能，具体配置如下：</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进入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phpMyAdmin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目录，找到 </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config.inc.php</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，如果没有，可以将根目录下的</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config.sample.inc.php</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复制为 </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config.inc.php</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编辑 </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config.inc.php</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，添加下面两行代码，其中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192.168.0.1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是允许访问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phpMyAdmin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的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Access denied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是未经授权访问时的提示信息：</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Rectangle 1"/>
          <p:cNvSpPr>
            <a:spLocks noChangeArrowheads="1"/>
          </p:cNvSpPr>
          <p:nvPr/>
        </p:nvSpPr>
        <p:spPr bwMode="auto">
          <a:xfrm>
            <a:off x="1396925" y="5116997"/>
            <a:ext cx="9781615" cy="55399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pP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$ip_prefix </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zh-CN" sz="1800" b="0" i="0" u="none" strike="noStrike" cap="none" normalizeH="0" baseline="0" dirty="0">
                <a:ln>
                  <a:noFill/>
                </a:ln>
                <a:solidFill>
                  <a:srgbClr val="008800"/>
                </a:solidFill>
                <a:effectLst/>
                <a:latin typeface="Times New Roman" panose="02020603050405020304" pitchFamily="18" charset="0"/>
                <a:ea typeface="微软雅黑" panose="020B0503020204020204" pitchFamily="34" charset="-122"/>
                <a:cs typeface="Times New Roman" panose="02020603050405020304" pitchFamily="18" charset="0"/>
              </a:rPr>
              <a:t>'192.168.0.1'</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r>
              <a:rPr kumimoji="0" lang="zh-CN" altLang="zh-CN" sz="1800" b="0" i="0" u="none" strike="noStrike" cap="none" normalizeH="0" baseline="0" dirty="0">
                <a:ln>
                  <a:noFill/>
                </a:ln>
                <a:solidFill>
                  <a:srgbClr val="000088"/>
                </a:solidFill>
                <a:effectLst/>
                <a:latin typeface="Times New Roman" panose="02020603050405020304" pitchFamily="18" charset="0"/>
                <a:ea typeface="微软雅黑" panose="020B0503020204020204" pitchFamily="34" charset="-122"/>
                <a:cs typeface="Times New Roman" panose="02020603050405020304" pitchFamily="18" charset="0"/>
              </a:rPr>
              <a:t>if</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substr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$_SERVER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8800"/>
                </a:solidFill>
                <a:effectLst/>
                <a:latin typeface="Times New Roman" panose="02020603050405020304" pitchFamily="18" charset="0"/>
                <a:ea typeface="微软雅黑" panose="020B0503020204020204" pitchFamily="34" charset="-122"/>
                <a:cs typeface="Times New Roman" panose="02020603050405020304" pitchFamily="18" charset="0"/>
              </a:rPr>
              <a:t>'REMOTE_ADDR'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zh-CN" sz="1800" b="0" i="0" u="none" strike="noStrike" cap="none" normalizeH="0" baseline="0" dirty="0">
                <a:ln>
                  <a:noFill/>
                </a:ln>
                <a:solidFill>
                  <a:srgbClr val="006666"/>
                </a:solidFill>
                <a:effectLst/>
                <a:latin typeface="Times New Roman" panose="02020603050405020304" pitchFamily="18" charset="0"/>
                <a:ea typeface="微软雅黑" panose="020B0503020204020204" pitchFamily="34" charset="-122"/>
                <a:cs typeface="Times New Roman" panose="02020603050405020304" pitchFamily="18" charset="0"/>
              </a:rPr>
              <a:t>0</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strlen</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$ip_prefix</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$ip_prefix </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die</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8800"/>
                </a:solidFill>
                <a:effectLst/>
                <a:latin typeface="Times New Roman" panose="02020603050405020304" pitchFamily="18" charset="0"/>
                <a:ea typeface="微软雅黑" panose="020B0503020204020204" pitchFamily="34" charset="-122"/>
                <a:cs typeface="Times New Roman" panose="02020603050405020304" pitchFamily="18" charset="0"/>
              </a:rPr>
              <a:t>'Access denied'</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err="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phpMyadmin</a:t>
            </a:r>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Rectangle 1"/>
          <p:cNvSpPr>
            <a:spLocks noChangeArrowheads="1"/>
          </p:cNvSpPr>
          <p:nvPr/>
        </p:nvSpPr>
        <p:spPr bwMode="auto">
          <a:xfrm>
            <a:off x="1281359" y="1545346"/>
            <a:ext cx="5498306"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defTabSz="914400"/>
            <a:r>
              <a:rPr lang="zh-CN" altLang="en-US" sz="2400" b="1" dirty="0">
                <a:solidFill>
                  <a:srgbClr val="333333"/>
                </a:solidFill>
                <a:ea typeface="Roboto" panose="02000000000000000000"/>
              </a:rPr>
              <a:t>加固方案</a:t>
            </a:r>
            <a:endParaRPr lang="zh-CN" altLang="en-US" sz="2400" b="1" dirty="0">
              <a:solidFill>
                <a:srgbClr val="333333"/>
              </a:solidFill>
              <a:ea typeface="Roboto" panose="02000000000000000000"/>
            </a:endParaRPr>
          </a:p>
        </p:txBody>
      </p:sp>
      <p:sp>
        <p:nvSpPr>
          <p:cNvPr id="8" name="Rectangle 1"/>
          <p:cNvSpPr>
            <a:spLocks noChangeArrowheads="1"/>
          </p:cNvSpPr>
          <p:nvPr/>
        </p:nvSpPr>
        <p:spPr bwMode="auto">
          <a:xfrm>
            <a:off x="848285" y="2102191"/>
            <a:ext cx="10486540" cy="36638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indent="457200" defTabSz="914400">
              <a:lnSpc>
                <a:spcPct val="150000"/>
              </a:lnSpc>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网络访问控制策略</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 name="Picture 3" descr="phpMyadmi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81771" y="2656086"/>
            <a:ext cx="6805497" cy="3737184"/>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
          <p:cNvSpPr>
            <a:spLocks noChangeArrowheads="1"/>
          </p:cNvSpPr>
          <p:nvPr/>
        </p:nvSpPr>
        <p:spPr bwMode="auto">
          <a:xfrm>
            <a:off x="1198881" y="3337580"/>
            <a:ext cx="9781615" cy="55399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4"/>
          </a:lnRef>
          <a:fillRef idx="3">
            <a:schemeClr val="accent4"/>
          </a:fillRef>
          <a:effectRef idx="2">
            <a:schemeClr val="accent4"/>
          </a:effectRef>
          <a:fontRef idx="minor">
            <a:schemeClr val="lt1"/>
          </a:fontRef>
        </p:style>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pP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$ip_prefix </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zh-CN" sz="1800" b="0" i="0" u="none" strike="noStrike" cap="none" normalizeH="0" baseline="0" dirty="0">
                <a:ln>
                  <a:noFill/>
                </a:ln>
                <a:solidFill>
                  <a:srgbClr val="008800"/>
                </a:solidFill>
                <a:effectLst/>
                <a:latin typeface="Times New Roman" panose="02020603050405020304" pitchFamily="18" charset="0"/>
                <a:ea typeface="微软雅黑" panose="020B0503020204020204" pitchFamily="34" charset="-122"/>
                <a:cs typeface="Times New Roman" panose="02020603050405020304" pitchFamily="18" charset="0"/>
              </a:rPr>
              <a:t>'192.168.0.1'</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r>
              <a:rPr kumimoji="0" lang="zh-CN" altLang="zh-CN" sz="1800" b="0" i="0" u="none" strike="noStrike" cap="none" normalizeH="0" baseline="0" dirty="0">
                <a:ln>
                  <a:noFill/>
                </a:ln>
                <a:solidFill>
                  <a:srgbClr val="000088"/>
                </a:solidFill>
                <a:effectLst/>
                <a:latin typeface="Times New Roman" panose="02020603050405020304" pitchFamily="18" charset="0"/>
                <a:ea typeface="微软雅黑" panose="020B0503020204020204" pitchFamily="34" charset="-122"/>
                <a:cs typeface="Times New Roman" panose="02020603050405020304" pitchFamily="18" charset="0"/>
              </a:rPr>
              <a:t>if</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substr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$_SERVER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8800"/>
                </a:solidFill>
                <a:effectLst/>
                <a:latin typeface="Times New Roman" panose="02020603050405020304" pitchFamily="18" charset="0"/>
                <a:ea typeface="微软雅黑" panose="020B0503020204020204" pitchFamily="34" charset="-122"/>
                <a:cs typeface="Times New Roman" panose="02020603050405020304" pitchFamily="18" charset="0"/>
              </a:rPr>
              <a:t>'REMOTE_ADDR'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zh-CN" sz="1800" b="0" i="0" u="none" strike="noStrike" cap="none" normalizeH="0" baseline="0" dirty="0">
                <a:ln>
                  <a:noFill/>
                </a:ln>
                <a:solidFill>
                  <a:srgbClr val="006666"/>
                </a:solidFill>
                <a:effectLst/>
                <a:latin typeface="Times New Roman" panose="02020603050405020304" pitchFamily="18" charset="0"/>
                <a:ea typeface="微软雅黑" panose="020B0503020204020204" pitchFamily="34" charset="-122"/>
                <a:cs typeface="Times New Roman" panose="02020603050405020304" pitchFamily="18" charset="0"/>
              </a:rPr>
              <a:t>0</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strlen</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$ip_prefix</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$ip_prefix </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die</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8800"/>
                </a:solidFill>
                <a:effectLst/>
                <a:latin typeface="Times New Roman" panose="02020603050405020304" pitchFamily="18" charset="0"/>
                <a:ea typeface="微软雅黑" panose="020B0503020204020204" pitchFamily="34" charset="-122"/>
                <a:cs typeface="Times New Roman" panose="02020603050405020304" pitchFamily="18" charset="0"/>
              </a:rPr>
              <a:t>'Access denied'</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err="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phpMyadmin</a:t>
            </a:r>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Rectangle 1"/>
          <p:cNvSpPr>
            <a:spLocks noChangeArrowheads="1"/>
          </p:cNvSpPr>
          <p:nvPr/>
        </p:nvSpPr>
        <p:spPr bwMode="auto">
          <a:xfrm>
            <a:off x="1281359" y="1545346"/>
            <a:ext cx="5498306"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defTabSz="914400"/>
            <a:r>
              <a:rPr lang="zh-CN" altLang="en-US" sz="2400" b="1" dirty="0">
                <a:solidFill>
                  <a:srgbClr val="333333"/>
                </a:solidFill>
                <a:ea typeface="Roboto" panose="02000000000000000000"/>
              </a:rPr>
              <a:t>加固方案</a:t>
            </a:r>
            <a:endParaRPr lang="zh-CN" altLang="en-US" sz="2400" b="1" dirty="0">
              <a:solidFill>
                <a:srgbClr val="333333"/>
              </a:solidFill>
              <a:ea typeface="Roboto" panose="02000000000000000000"/>
            </a:endParaRPr>
          </a:p>
        </p:txBody>
      </p:sp>
      <p:sp>
        <p:nvSpPr>
          <p:cNvPr id="8" name="Rectangle 1"/>
          <p:cNvSpPr>
            <a:spLocks noChangeArrowheads="1"/>
          </p:cNvSpPr>
          <p:nvPr/>
        </p:nvSpPr>
        <p:spPr bwMode="auto">
          <a:xfrm>
            <a:off x="1305485" y="2249953"/>
            <a:ext cx="8901505" cy="1612877"/>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indent="457200" defTabSz="914400">
              <a:lnSpc>
                <a:spcPct val="150000"/>
              </a:lnSpc>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账号与口令安全策略</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设置强度复杂的口令，可以有效避免被攻击者轻易猜解成功，设置完毕后无需重启服务，及时生效；</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根据使用人员角色对数据库账号进行精细化授权，防止运维风险。</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5739" y="3197035"/>
            <a:ext cx="11160690" cy="769441"/>
          </a:xfrm>
          <a:prstGeom prst="rect">
            <a:avLst/>
          </a:prstGeom>
          <a:noFill/>
        </p:spPr>
        <p:txBody>
          <a:bodyPr wrap="square" rtlCol="0">
            <a:spAutoFit/>
          </a:bodyPr>
          <a:lstStyle/>
          <a:p>
            <a:pPr algn="ctr"/>
            <a:r>
              <a:rPr lang="en-US" altLang="zh-CN" sz="4400" b="1" dirty="0">
                <a:solidFill>
                  <a:schemeClr val="bg1"/>
                </a:solidFill>
                <a:latin typeface="微软雅黑" panose="020B0503020204020204" pitchFamily="34" charset="-122"/>
                <a:ea typeface="微软雅黑" panose="020B0503020204020204" pitchFamily="34" charset="-122"/>
              </a:rPr>
              <a:t>MongoDB</a:t>
            </a:r>
            <a:r>
              <a:rPr lang="zh-CN" altLang="en-US" sz="4400" b="1" dirty="0">
                <a:solidFill>
                  <a:schemeClr val="bg1"/>
                </a:solidFill>
                <a:latin typeface="微软雅黑" panose="020B0503020204020204" pitchFamily="34" charset="-122"/>
                <a:ea typeface="微软雅黑" panose="020B0503020204020204" pitchFamily="34" charset="-122"/>
              </a:rPr>
              <a:t>服务安全加固</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漏洞危害</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845876" y="2187568"/>
            <a:ext cx="10219522" cy="781881"/>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indent="457200" defTabSz="9144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开启</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服务后，如不添加任何参数，默认是没有权限验证的。登录的用户可以通过默认端口无需密码对数据库进行任意操作（包括增、删、改、查等高危动作），而且可以远程访问数据库。</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Rectangle 1"/>
          <p:cNvSpPr>
            <a:spLocks noChangeArrowheads="1"/>
          </p:cNvSpPr>
          <p:nvPr/>
        </p:nvSpPr>
        <p:spPr bwMode="auto">
          <a:xfrm>
            <a:off x="1044523" y="3575620"/>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漏洞成因</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Rectangle 1"/>
          <p:cNvSpPr>
            <a:spLocks noChangeArrowheads="1"/>
          </p:cNvSpPr>
          <p:nvPr/>
        </p:nvSpPr>
        <p:spPr bwMode="auto">
          <a:xfrm>
            <a:off x="847803" y="4124258"/>
            <a:ext cx="10219522" cy="2028376"/>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indent="457200" defTabSz="9144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安装完</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服务后默认有一个</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admin</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数据库，此时</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admin</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数据库是空的，没有记录任何权限相关的信息。当</a:t>
            </a:r>
            <a:r>
              <a:rPr lang="en-US" altLang="zh-CN" sz="18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admin.system.users</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一个用户都没有时，即使</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启动时添加了</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—auth</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参数，如果没有在</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admin</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数据库中添加用户，此时不进行任何认证还是可以做任何操作</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不管是否以</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—auth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参数启动</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，直到在</a:t>
            </a:r>
            <a:r>
              <a:rPr lang="en-US" altLang="zh-CN" sz="18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admin.system.users</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中添加一个用户。加固的核心方案是实现只有在</a:t>
            </a:r>
            <a:r>
              <a:rPr lang="en-US" altLang="zh-CN" sz="18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admin.system.users</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中添加用户之后，</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的认证、授权服务才能生效。</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管理员自查</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845876" y="2311636"/>
            <a:ext cx="10219522" cy="2547749"/>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如果您是MongoDB管理员，也可以使用以下方式检查是否有进一步的入侵行为：</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a:lnSpc>
                <a:spcPct val="200000"/>
              </a:lnSpc>
              <a:buFontTx/>
              <a:buAutoNum type="arabicPeriod"/>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查看MongoDB的日志是否完整，并确认执行删除数据库的源IP地址和时间、行为。</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a:lnSpc>
                <a:spcPct val="200000"/>
              </a:lnSpc>
              <a:buFontTx/>
              <a:buAutoNum type="arabicPeriod" startAt="2"/>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检查MongoDB帐户，查看是否没有添加admin用户的密码（使用</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db.system.users.find()</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命令）。</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a:lnSpc>
                <a:spcPct val="200000"/>
              </a:lnSpc>
              <a:buFontTx/>
              <a:buAutoNum type="arabicPeriod" startAt="3"/>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检查GridFS，查看是否存储任何文件（使用</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db.fs.files.find()</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命令）。</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a:lnSpc>
                <a:spcPct val="200000"/>
              </a:lnSpc>
              <a:buFontTx/>
              <a:buAutoNum type="arabicPeriod" startAt="4"/>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检查日志文件，查看有哪些用户访问了MongoDB（使用</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show log global</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命令）</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078333" y="6370120"/>
            <a:ext cx="2736056" cy="364195"/>
          </a:xfrm>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未授权漏洞加固方案</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845876" y="2134461"/>
            <a:ext cx="10219522" cy="4105868"/>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indent="457200">
              <a:lnSpc>
                <a:spcPct val="150000"/>
              </a:lnSpc>
            </a:pPr>
            <a:r>
              <a:rPr lang="zh-CN" altLang="en-US" sz="1800" b="1"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重要提示：</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如果需要自己搭建</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数据库，强烈推荐使用</a:t>
            </a:r>
            <a:r>
              <a:rPr lang="en-US" altLang="zh-CN" sz="1800" dirty="0">
                <a:solidFill>
                  <a:srgbClr val="4183C4"/>
                </a:solidFill>
                <a:latin typeface="Times New Roman" panose="02020603050405020304" pitchFamily="18" charset="0"/>
                <a:ea typeface="微软雅黑" panose="020B0503020204020204" pitchFamily="34" charset="-122"/>
                <a:cs typeface="Times New Roman" panose="02020603050405020304" pitchFamily="18" charset="0"/>
              </a:rPr>
              <a:t>yum rpm</a:t>
            </a:r>
            <a:r>
              <a:rPr lang="zh-CN" altLang="en-US" sz="1800" dirty="0">
                <a:solidFill>
                  <a:srgbClr val="4183C4"/>
                </a:solidFill>
                <a:latin typeface="Times New Roman" panose="02020603050405020304" pitchFamily="18" charset="0"/>
                <a:ea typeface="微软雅黑" panose="020B0503020204020204" pitchFamily="34" charset="-122"/>
                <a:cs typeface="Times New Roman" panose="02020603050405020304" pitchFamily="18" charset="0"/>
              </a:rPr>
              <a:t>方式安装</a:t>
            </a:r>
            <a:r>
              <a:rPr lang="en-US" altLang="zh-CN" sz="1800" dirty="0">
                <a:solidFill>
                  <a:srgbClr val="4183C4"/>
                </a:solidFill>
                <a:latin typeface="Times New Roman" panose="02020603050405020304" pitchFamily="18" charset="0"/>
                <a:ea typeface="微软雅黑" panose="020B0503020204020204" pitchFamily="34" charset="-122"/>
                <a:cs typeface="Times New Roman" panose="02020603050405020304" pitchFamily="18" charset="0"/>
              </a:rPr>
              <a:t>MongoDB Server </a:t>
            </a:r>
            <a:r>
              <a:rPr lang="zh-CN" altLang="en-US" sz="1800" dirty="0">
                <a:solidFill>
                  <a:srgbClr val="4183C4"/>
                </a:solidFill>
                <a:latin typeface="Times New Roman" panose="02020603050405020304" pitchFamily="18" charset="0"/>
                <a:ea typeface="微软雅黑" panose="020B0503020204020204" pitchFamily="34" charset="-122"/>
                <a:cs typeface="Times New Roman" panose="02020603050405020304" pitchFamily="18" charset="0"/>
              </a:rPr>
              <a:t>服务</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a:lnSpc>
                <a:spcPct val="150000"/>
              </a:lnSpc>
              <a:buFont typeface="+mj-lt"/>
              <a:buAutoNum type="arabicPeriod"/>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修改默认端口。</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修改默认的</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端口（默认为：</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TCP 27017</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）为其他端口。</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不要把</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服务器直接部署在互联网或者</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DMZ</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上。</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1" indent="4572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使用</a:t>
            </a:r>
            <a:r>
              <a:rPr lang="zh-CN" altLang="en-US" sz="1800" dirty="0">
                <a:solidFill>
                  <a:srgbClr val="4183C4"/>
                </a:solidFill>
                <a:latin typeface="Times New Roman" panose="02020603050405020304" pitchFamily="18" charset="0"/>
                <a:ea typeface="微软雅黑" panose="020B0503020204020204" pitchFamily="34" charset="-122"/>
                <a:cs typeface="Times New Roman" panose="02020603050405020304" pitchFamily="18" charset="0"/>
              </a:rPr>
              <a:t>安全组防火墙</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或本地操作系统防火墙对访问源</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进行控制，如果仅对内网服务器提供服务，建议禁止将</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服务发布到互联网。</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使用—bind_ip选项。</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该选项可以限制监听接口IP。当在启动MongoDB的时候，使用</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--bind_ip 192.168.0.1</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表示启动IP地址绑定，数据库实例将只监听192.168.0.1的请求。</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078333" y="6370120"/>
            <a:ext cx="2736056" cy="364195"/>
          </a:xfrm>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未授权漏洞加固方案</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845876" y="2170101"/>
            <a:ext cx="10219522" cy="4520725"/>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marL="457200">
              <a:lnSpc>
                <a:spcPct val="150000"/>
              </a:lnSpc>
              <a:buFont typeface="+mj-lt"/>
              <a:buAutoNum type="arabicPeriod" startAt="4"/>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启动基于角色的登录认证功能</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在admin数据库中创建用户，如用户名supper，密码supWDxsf67%H（此处为举例说明，请勿使用此账号密码）。</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在未开启认证的环境下，登录到数据库。</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[mongodb@rac3 bin]$ ./mongo 127.0.0.1:27028</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(此处修改了默认端口)</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MongoDB shell version: 2.0.1</a:t>
            </a:r>
            <a:endParaRPr lang="en-US"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defTabSz="914400">
              <a:lnSpc>
                <a:spcPct val="150000"/>
              </a:lnSpc>
            </a:pP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connecting to: 127.0.0.1:27028/test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切换到admin数据库。</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&gt; use admin</a:t>
            </a:r>
            <a:b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b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switched to db admin</a:t>
            </a:r>
            <a:b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b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078333" y="6370120"/>
            <a:ext cx="2736056" cy="364195"/>
          </a:xfrm>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未授权漏洞加固方案</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845876" y="2170105"/>
            <a:ext cx="10219522" cy="4520725"/>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marL="457200">
              <a:lnSpc>
                <a:spcPct val="150000"/>
              </a:lnSpc>
              <a:buFont typeface="+mj-lt"/>
              <a:buAutoNum type="arabicPeriod" startAt="4"/>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启动基于角色的登录认证功能</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）创建管理员账号</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defTabSz="914400">
              <a:lnSpc>
                <a:spcPct val="150000"/>
              </a:lnSpc>
            </a:pP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&gt; db.addUser("supper", "supWDxsf67%H")</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或</a:t>
            </a:r>
            <a:b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b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&gt;db.createUser({user:"supper",pwd:"supWDxsf67%H",roles:["root"]})</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lvl="0" defTabSz="914400">
              <a:lnSpc>
                <a:spcPct val="150000"/>
              </a:lnSpc>
            </a:pP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 "n" : 0, "connectionId" : 4, "err" : null, "ok" : 1 }</a:t>
            </a:r>
            <a:b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b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a:t>
            </a:r>
            <a:b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b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"user" : "supper",</a:t>
            </a:r>
            <a:b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b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"readOnly" : false,</a:t>
            </a:r>
            <a:b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b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"pwd" : "51a481f72b8b8218df9fee50b3737c44",</a:t>
            </a:r>
            <a:b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b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"_id" : ObjectId("4f2bc0d357a309043c6947a4")</a:t>
            </a:r>
            <a:b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b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078333" y="6370120"/>
            <a:ext cx="2736056" cy="364195"/>
          </a:xfrm>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未授权漏洞加固方案</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845876" y="2168592"/>
            <a:ext cx="10219522" cy="3690369"/>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marL="457200">
              <a:lnSpc>
                <a:spcPct val="150000"/>
              </a:lnSpc>
              <a:buFont typeface="+mj-lt"/>
              <a:buAutoNum type="arabicPeriod" startAt="4"/>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启动基于角色的登录认证功能</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）创建管理员账号</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管理员账号将在</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system.users</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中。</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defTabSz="914400">
              <a:lnSpc>
                <a:spcPct val="150000"/>
              </a:lnSpc>
            </a:pPr>
            <a:r>
              <a:rPr lang="zh-CN" altLang="zh-CN" sz="1800" dirty="0">
                <a:solidFill>
                  <a:srgbClr val="C7254E"/>
                </a:solidFill>
                <a:latin typeface="Consolas" panose="020B0609020204030204" pitchFamily="49" charset="0"/>
                <a:ea typeface="Roboto" panose="02000000000000000000"/>
              </a:rPr>
              <a:t>&gt; db.getCollectionNames()</a:t>
            </a:r>
            <a:br>
              <a:rPr lang="zh-CN" altLang="zh-CN" sz="1800" dirty="0">
                <a:solidFill>
                  <a:srgbClr val="333333"/>
                </a:solidFill>
                <a:ea typeface="Roboto" panose="02000000000000000000"/>
              </a:rPr>
            </a:br>
            <a:r>
              <a:rPr lang="zh-CN" altLang="zh-CN" sz="1800" dirty="0">
                <a:solidFill>
                  <a:srgbClr val="C7254E"/>
                </a:solidFill>
                <a:latin typeface="Consolas" panose="020B0609020204030204" pitchFamily="49" charset="0"/>
                <a:ea typeface="Roboto" panose="02000000000000000000"/>
              </a:rPr>
              <a:t>[ "system.indexes", "system.users", "system.version" ]</a:t>
            </a:r>
            <a:endParaRPr lang="zh-CN" altLang="zh-CN" sz="1800" dirty="0"/>
          </a:p>
          <a:p>
            <a:pPr lvl="0" indent="457200" defTabSz="914400">
              <a:lnSpc>
                <a:spcPct val="150000"/>
              </a:lnSpc>
            </a:pPr>
            <a:r>
              <a:rPr lang="zh-CN" altLang="en-US" sz="1800" b="1" i="1" dirty="0">
                <a:latin typeface="Times New Roman" panose="02020603050405020304" pitchFamily="18" charset="0"/>
                <a:ea typeface="微软雅黑" panose="020B0503020204020204" pitchFamily="34" charset="-122"/>
                <a:cs typeface="Times New Roman" panose="02020603050405020304" pitchFamily="18" charset="0"/>
              </a:rPr>
              <a:t>说明：</a:t>
            </a:r>
            <a:endParaRPr lang="zh-CN" altLang="en-US" sz="1800" b="1" i="1" dirty="0">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V3</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版本开始取消使用</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addUser</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方法，采用</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db.createUser</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方法创建用户。</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账号不要设置为常见账号，密码需要满足一定的复杂度，长度至少八位以上，并包括大小写字母、数字、特殊字符混合体，不要使用生日、姓名、身份证编号等常见密码。</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078333" y="6370120"/>
            <a:ext cx="2736056" cy="364195"/>
          </a:xfrm>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未授权漏洞加固方案</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845876" y="2166990"/>
            <a:ext cx="10219522" cy="3693575"/>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marL="457200">
              <a:lnSpc>
                <a:spcPct val="150000"/>
              </a:lnSpc>
              <a:buFont typeface="+mj-lt"/>
              <a:buAutoNum type="arabicPeriod" startAt="4"/>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启动基于角色的登录认证功能</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）验证用户是否创建成功。</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a:lnSpc>
                <a:spcPct val="150000"/>
              </a:lnSpc>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管理员账号将在</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system.users</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中。</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defTabSz="914400">
              <a:lnSpc>
                <a:spcPct val="150000"/>
              </a:lnSpc>
            </a:pPr>
            <a:r>
              <a:rPr lang="en-US" altLang="zh-CN" sz="1800" dirty="0">
                <a:solidFill>
                  <a:srgbClr val="C7254E"/>
                </a:solidFill>
                <a:latin typeface="Consolas" panose="020B0609020204030204" pitchFamily="49" charset="0"/>
                <a:ea typeface="Roboto" panose="02000000000000000000"/>
              </a:rPr>
              <a:t>&gt; </a:t>
            </a:r>
            <a:r>
              <a:rPr lang="en-US" altLang="zh-CN" sz="1800" dirty="0" err="1">
                <a:solidFill>
                  <a:srgbClr val="C7254E"/>
                </a:solidFill>
                <a:latin typeface="Consolas" panose="020B0609020204030204" pitchFamily="49" charset="0"/>
                <a:ea typeface="Roboto" panose="02000000000000000000"/>
              </a:rPr>
              <a:t>db.auth</a:t>
            </a:r>
            <a:r>
              <a:rPr lang="en-US" altLang="zh-CN" sz="1800" dirty="0">
                <a:solidFill>
                  <a:srgbClr val="C7254E"/>
                </a:solidFill>
                <a:latin typeface="Consolas" panose="020B0609020204030204" pitchFamily="49" charset="0"/>
                <a:ea typeface="Roboto" panose="02000000000000000000"/>
              </a:rPr>
              <a:t>("supper","supWDxsf67%H")</a:t>
            </a:r>
            <a:br>
              <a:rPr lang="en-US" altLang="zh-CN" sz="1800" dirty="0">
                <a:solidFill>
                  <a:srgbClr val="C7254E"/>
                </a:solidFill>
                <a:latin typeface="Consolas" panose="020B0609020204030204" pitchFamily="49" charset="0"/>
                <a:ea typeface="Roboto" panose="02000000000000000000"/>
              </a:rPr>
            </a:br>
            <a:r>
              <a:rPr lang="en-US" altLang="zh-CN" sz="1800" dirty="0">
                <a:solidFill>
                  <a:srgbClr val="C7254E"/>
                </a:solidFill>
                <a:latin typeface="Consolas" panose="020B0609020204030204" pitchFamily="49" charset="0"/>
                <a:ea typeface="Roboto" panose="02000000000000000000"/>
              </a:rPr>
              <a:t>&gt; exit</a:t>
            </a:r>
            <a:br>
              <a:rPr lang="en-US" altLang="zh-CN" sz="1800" dirty="0">
                <a:solidFill>
                  <a:srgbClr val="C7254E"/>
                </a:solidFill>
                <a:latin typeface="Consolas" panose="020B0609020204030204" pitchFamily="49" charset="0"/>
                <a:ea typeface="Roboto" panose="02000000000000000000"/>
              </a:rPr>
            </a:br>
            <a:r>
              <a:rPr lang="en-US" altLang="zh-CN" sz="1800" dirty="0">
                <a:solidFill>
                  <a:srgbClr val="C7254E"/>
                </a:solidFill>
                <a:latin typeface="Consolas" panose="020B0609020204030204" pitchFamily="49" charset="0"/>
                <a:ea typeface="Roboto" panose="02000000000000000000"/>
              </a:rPr>
              <a:t>bye</a:t>
            </a:r>
            <a:endParaRPr lang="en-US" altLang="zh-CN" sz="1800" dirty="0">
              <a:solidFill>
                <a:srgbClr val="C7254E"/>
              </a:solidFill>
              <a:latin typeface="Consolas" panose="020B0609020204030204" pitchFamily="49" charset="0"/>
              <a:ea typeface="Roboto" panose="02000000000000000000"/>
            </a:endParaRPr>
          </a:p>
          <a:p>
            <a:pPr indent="457200" defTabSz="9144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）结束进程，重启</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defTabSz="914400">
              <a:lnSpc>
                <a:spcPct val="150000"/>
              </a:lnSpc>
            </a:pPr>
            <a:r>
              <a:rPr lang="zh-CN" altLang="zh-CN" sz="1800" dirty="0">
                <a:solidFill>
                  <a:srgbClr val="C7254E"/>
                </a:solidFill>
                <a:latin typeface="Consolas" panose="020B0609020204030204" pitchFamily="49" charset="0"/>
                <a:ea typeface="Roboto" panose="02000000000000000000"/>
              </a:rPr>
              <a:t>./mongod --dbpath=/path/mongodb --bind_ip=192.168.0.1 --port=27028 --fork=true logpath=/path/mongod.log &amp;</a:t>
            </a:r>
            <a:endParaRPr lang="zh-CN" altLang="zh-CN" sz="1800" dirty="0">
              <a:solidFill>
                <a:srgbClr val="333333"/>
              </a:solidFill>
              <a:ea typeface="Roboto" panose="0200000000000000000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078333" y="6370120"/>
            <a:ext cx="2736056" cy="364195"/>
          </a:xfrm>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未授权漏洞加固方案</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845879" y="2168525"/>
            <a:ext cx="10601486" cy="3274871"/>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marL="457200">
              <a:lnSpc>
                <a:spcPct val="150000"/>
              </a:lnSpc>
              <a:buFont typeface="+mj-lt"/>
              <a:buAutoNum type="arabicPeriod" startAt="4"/>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启动基于角色的登录认证功能</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a:lnSpc>
                <a:spcPct val="150000"/>
              </a:lnSpc>
            </a:pPr>
            <a:r>
              <a:rPr lang="zh-CN" altLang="en-US" sz="1800" b="1"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说明：</a:t>
            </a:r>
            <a:endParaRPr lang="zh-CN" altLang="en-US" sz="1800" b="1"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indent="-285750">
              <a:lnSpc>
                <a:spcPct val="150000"/>
              </a:lnSpc>
              <a:buClr>
                <a:srgbClr val="FFC000"/>
              </a:buClr>
              <a:buFont typeface="Wingdings" panose="05000000000000000000" pitchFamily="2" charset="2"/>
              <a:buChar char="ü"/>
            </a:pPr>
            <a:r>
              <a:rPr lang="en-US" altLang="zh-CN" sz="18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admin.system.users</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中将会保存比在其它数据库中设置的用户权限更大的用户信息，拥有超级权限，也就是说在</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admin</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中创建的用户可以对</a:t>
            </a:r>
            <a:r>
              <a:rPr lang="en-US" altLang="zh-CN" sz="18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中的其他数据库数据进行操作。</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indent="-285750">
              <a:lnSpc>
                <a:spcPct val="150000"/>
              </a:lnSpc>
              <a:buClr>
                <a:srgbClr val="FFC000"/>
              </a:buClr>
              <a:buFont typeface="Wingdings" panose="05000000000000000000" pitchFamily="2" charset="2"/>
              <a:buChar char="ü"/>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系统中，数据库是由超级用户来创建的，一个数据库可以包含多个用户，一个用户只能在一个数据库下，不同数据库中的用户可以同名。</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indent="-285750">
              <a:lnSpc>
                <a:spcPct val="150000"/>
              </a:lnSpc>
              <a:buClr>
                <a:srgbClr val="FFC000"/>
              </a:buClr>
              <a:buFont typeface="Wingdings" panose="05000000000000000000" pitchFamily="2" charset="2"/>
              <a:buChar char="ü"/>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特定数据库（比如</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DB1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）的用户</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User1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，不能够访问其他数据库</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DB2</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，但是可以访问本数据库下其他用户创建的数据。</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078333" y="6370120"/>
            <a:ext cx="2736056" cy="364195"/>
          </a:xfrm>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未授权漏洞加固方案</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845879" y="2168525"/>
            <a:ext cx="10601486" cy="3274871"/>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marL="457200">
              <a:lnSpc>
                <a:spcPct val="150000"/>
              </a:lnSpc>
              <a:buFont typeface="+mj-lt"/>
              <a:buAutoNum type="arabicPeriod" startAt="4"/>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启动基于角色的登录认证功能</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a:lnSpc>
                <a:spcPct val="150000"/>
              </a:lnSpc>
            </a:pPr>
            <a:r>
              <a:rPr lang="zh-CN" altLang="en-US" sz="1800" b="1"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说明：</a:t>
            </a:r>
            <a:endParaRPr lang="zh-CN" altLang="en-US" sz="1800" b="1"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indent="-285750">
              <a:lnSpc>
                <a:spcPct val="150000"/>
              </a:lnSpc>
              <a:buClr>
                <a:srgbClr val="FFC000"/>
              </a:buClr>
              <a:buFont typeface="Wingdings" panose="05000000000000000000" pitchFamily="2" charset="2"/>
              <a:buChar char="ü"/>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不同数据库中同名的用户不能够登录其他数据库，比如</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DB1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DB2</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都有</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user1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，以</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user1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登录</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DB1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后，不能够登录到</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DB2</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进行数据库操作。</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indent="-285750">
              <a:lnSpc>
                <a:spcPct val="150000"/>
              </a:lnSpc>
              <a:buClr>
                <a:srgbClr val="FFC000"/>
              </a:buClr>
              <a:buFont typeface="Wingdings" panose="05000000000000000000" pitchFamily="2" charset="2"/>
              <a:buChar char="ü"/>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在</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admin</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数据库创建的用户具有超级权限，可以对</a:t>
            </a:r>
            <a:r>
              <a:rPr lang="en-US" altLang="zh-CN" sz="18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系统内的任何数据库的数据对象进行操作。</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indent="-285750">
              <a:lnSpc>
                <a:spcPct val="150000"/>
              </a:lnSpc>
              <a:buClr>
                <a:srgbClr val="FFC000"/>
              </a:buClr>
              <a:buFont typeface="Wingdings" panose="05000000000000000000" pitchFamily="2" charset="2"/>
              <a:buChar char="ü"/>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使用</a:t>
            </a:r>
            <a:r>
              <a:rPr lang="en-US" altLang="zh-CN" sz="18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db.auth</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可以对数据库中的用户进行验证，如果验证成功则返回</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，否则返回</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db.auth</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只能针对登录用户所属的数据库的用户信息进行验证，不能验证其他数据库的用户信息。</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078333" y="6370120"/>
            <a:ext cx="2736056" cy="364195"/>
          </a:xfrm>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未授权漏洞加固方案</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845879" y="2168525"/>
            <a:ext cx="10601486" cy="3274871"/>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marL="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禁用</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HTTP</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REST</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端口</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MongoDB自身带有一个HTTP服务和并支持REST接口（在V2.6以后这些接口默认是关闭的）。MongoDB默认使用默认端口监听Web服务，一般不需要通过Web方式进行远程管理，建议禁用。</a:t>
            </a:r>
            <a:b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b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修改配置文件或在启动的时候选择–nohttpinterface参数即可。</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nohttpinterface = false</a:t>
            </a:r>
            <a:endParaRPr lang="en-US"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开启日志审计功能</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审计功能可以用来记录用户对数据库的所有相关操作。这些记录可以让系统管理员在需要的时候分析数据库在什么时段发生了什么事情。</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078333" y="6370120"/>
            <a:ext cx="2736056" cy="364195"/>
          </a:xfrm>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未授权漏洞加固方案</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845879" y="2178312"/>
            <a:ext cx="10601486" cy="2028376"/>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marL="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7.</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使用</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SSL</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加密功能</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集群之间以及从客户端连接到</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实例的连接应该使用</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SSL</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。使用</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SSL</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对性能没有影响并且可以防范类似于</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man-in-the-middle</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的攻击。</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注意</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社区版默认并不支持</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SSL</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。您可以选用</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企业版（支持</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SSL</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），或者从源码重新编译</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并使用</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ssl</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选项来获得</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SSL</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功能。</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078333" y="6370120"/>
            <a:ext cx="2736056" cy="364195"/>
          </a:xfrm>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未授权漏洞加固方案</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845879" y="2164357"/>
            <a:ext cx="10601486" cy="36638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marL="4572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以上所有配置，推荐以配置文件形式保存配置。</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 name="图片 5"/>
          <p:cNvPicPr>
            <a:picLocks noChangeAspect="1"/>
          </p:cNvPicPr>
          <p:nvPr/>
        </p:nvPicPr>
        <p:blipFill>
          <a:blip r:embed="rId1"/>
          <a:stretch>
            <a:fillRect/>
          </a:stretch>
        </p:blipFill>
        <p:spPr>
          <a:xfrm>
            <a:off x="1547879" y="2704842"/>
            <a:ext cx="9081739" cy="3099237"/>
          </a:xfrm>
          <a:prstGeom prst="rect">
            <a:avLst/>
          </a:prstGeom>
        </p:spPr>
      </p:pic>
      <p:sp>
        <p:nvSpPr>
          <p:cNvPr id="9" name="Rectangle 1"/>
          <p:cNvSpPr>
            <a:spLocks noChangeArrowheads="1"/>
          </p:cNvSpPr>
          <p:nvPr/>
        </p:nvSpPr>
        <p:spPr bwMode="auto">
          <a:xfrm>
            <a:off x="1411224" y="5904176"/>
            <a:ext cx="9510617" cy="366382"/>
          </a:xfrm>
          <a:prstGeom prst="rect">
            <a:avLst/>
          </a:prstGeom>
          <a:noFill/>
          <a:ln>
            <a:noFill/>
          </a:ln>
          <a:effectLst/>
        </p:spPr>
        <p:txBody>
          <a:bodyPr vert="horz" wrap="non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然后，启动MongoDB服务时加载配置文件</a:t>
            </a:r>
            <a:r>
              <a:rPr kumimoji="0" lang="zh-CN" altLang="en-US"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C7254E"/>
                </a:solidFill>
                <a:effectLst/>
                <a:latin typeface="Times New Roman" panose="02020603050405020304" pitchFamily="18" charset="0"/>
                <a:ea typeface="微软雅黑" panose="020B0503020204020204" pitchFamily="34" charset="-122"/>
                <a:cs typeface="Times New Roman" panose="02020603050405020304" pitchFamily="18" charset="0"/>
              </a:rPr>
              <a:t>[mongodb@rac3 bin]$ ./mongod -f /path/mongod.conf</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078333" y="6370120"/>
            <a:ext cx="2736056" cy="364195"/>
          </a:xfrm>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基本安全意识</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1042596" y="2487712"/>
            <a:ext cx="10486540" cy="3367204"/>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marL="457200" algn="just">
              <a:lnSpc>
                <a:spcPct val="150000"/>
              </a:lnSpc>
              <a:buFont typeface="+mj-lt"/>
              <a:buAutoNum type="arabicPeriod"/>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对业务关键敏感数据进行加密存储。</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algn="just">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建议您梳理业务数据，对关键的敏感数据加密后入库，例如：账号、密码、邮箱地址、手机号码、身份</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ID</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等其他数据。加密算法推荐选择国际通用加密算法和多次加盐组合自定义算法，防止加密算法被破解。即使黑客获取数据后，也查看不了数据，通过“看不懂”的数据加密方式将损失降到最低。</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algn="just">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对数据进行本地异地备份。</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algn="just">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完善的备份策略是保证数据安全的最后一根救命稻草。</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algn="just">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推荐：</a:t>
            </a:r>
            <a:r>
              <a:rPr lang="zh-CN" altLang="en-US"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可靠的本地备份</a:t>
            </a:r>
            <a:r>
              <a:rPr lang="en-US" altLang="zh-CN"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远程备份存储方案</a:t>
            </a:r>
            <a:endParaRPr lang="zh-CN" altLang="en-US" sz="18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078333" y="6370120"/>
            <a:ext cx="2736056" cy="364195"/>
          </a:xfrm>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基本安全意识</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Rectangle 1"/>
          <p:cNvSpPr>
            <a:spLocks noChangeArrowheads="1"/>
          </p:cNvSpPr>
          <p:nvPr/>
        </p:nvSpPr>
        <p:spPr bwMode="auto">
          <a:xfrm>
            <a:off x="845879" y="2280105"/>
            <a:ext cx="10601486" cy="36638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marL="4572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）本地备份</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备份方式</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1219659" y="2851342"/>
            <a:ext cx="10418961" cy="23410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078333" y="6370120"/>
            <a:ext cx="2736056" cy="364195"/>
          </a:xfrm>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基本安全意识</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Rectangle 1"/>
          <p:cNvSpPr>
            <a:spLocks noChangeArrowheads="1"/>
          </p:cNvSpPr>
          <p:nvPr/>
        </p:nvSpPr>
        <p:spPr bwMode="auto">
          <a:xfrm>
            <a:off x="845879" y="2280105"/>
            <a:ext cx="10601486" cy="36638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marL="4572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MongoDB</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数据恢复</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1" name="图片 10"/>
          <p:cNvPicPr>
            <a:picLocks noChangeAspect="1"/>
          </p:cNvPicPr>
          <p:nvPr/>
        </p:nvPicPr>
        <p:blipFill rotWithShape="1">
          <a:blip r:embed="rId1"/>
          <a:srcRect r="16747"/>
          <a:stretch>
            <a:fillRect/>
          </a:stretch>
        </p:blipFill>
        <p:spPr>
          <a:xfrm>
            <a:off x="1701477" y="2865879"/>
            <a:ext cx="8762036" cy="343421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078333" y="6370120"/>
            <a:ext cx="2736056" cy="364195"/>
          </a:xfrm>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基本安全意识</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Rectangle 1"/>
          <p:cNvSpPr>
            <a:spLocks noChangeArrowheads="1"/>
          </p:cNvSpPr>
          <p:nvPr/>
        </p:nvSpPr>
        <p:spPr bwMode="auto">
          <a:xfrm>
            <a:off x="845879" y="2280106"/>
            <a:ext cx="10601486" cy="36638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marL="4572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Mongo dump</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命令可选参数列表</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Picture 2" descr="mongodbdump"/>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5740" y="2886022"/>
            <a:ext cx="11379899" cy="34080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078333" y="6370120"/>
            <a:ext cx="2736056" cy="364195"/>
          </a:xfrm>
        </p:spPr>
        <p:txBody>
          <a:body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MongoDB</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42596" y="1652292"/>
            <a:ext cx="10486540"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基本安全意识</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Rectangle 1"/>
          <p:cNvSpPr>
            <a:spLocks noChangeArrowheads="1"/>
          </p:cNvSpPr>
          <p:nvPr/>
        </p:nvSpPr>
        <p:spPr bwMode="auto">
          <a:xfrm>
            <a:off x="845879" y="2280106"/>
            <a:ext cx="10601486" cy="36638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marL="457200" eaLnBrk="0" fontAlgn="base" hangingPunct="0">
              <a:spcBef>
                <a:spcPct val="0"/>
              </a:spcBef>
              <a:spcAft>
                <a:spcPct val="0"/>
              </a:spcAft>
              <a:defRPr>
                <a:solidFill>
                  <a:schemeClr val="tx1"/>
                </a:solidFill>
                <a:latin typeface="Arial" panose="020B0604020202090204" pitchFamily="34" charset="0"/>
              </a:defRPr>
            </a:lvl2pPr>
            <a:lvl3pPr marL="914400" eaLnBrk="0" fontAlgn="base" hangingPunct="0">
              <a:spcBef>
                <a:spcPct val="0"/>
              </a:spcBef>
              <a:spcAft>
                <a:spcPct val="0"/>
              </a:spcAft>
              <a:defRPr>
                <a:solidFill>
                  <a:schemeClr val="tx1"/>
                </a:solidFill>
                <a:latin typeface="Arial" panose="020B0604020202090204" pitchFamily="34" charset="0"/>
              </a:defRPr>
            </a:lvl3pPr>
            <a:lvl4pPr marL="1371600" eaLnBrk="0" fontAlgn="base" hangingPunct="0">
              <a:spcBef>
                <a:spcPct val="0"/>
              </a:spcBef>
              <a:spcAft>
                <a:spcPct val="0"/>
              </a:spcAft>
              <a:defRPr>
                <a:solidFill>
                  <a:schemeClr val="tx1"/>
                </a:solidFill>
                <a:latin typeface="Arial" panose="020B0604020202090204" pitchFamily="34" charset="0"/>
              </a:defRPr>
            </a:lvl4pPr>
            <a:lvl5pPr marL="1828800" eaLnBrk="0" fontAlgn="base" hangingPunct="0">
              <a:spcBef>
                <a:spcPct val="0"/>
              </a:spcBef>
              <a:spcAft>
                <a:spcPct val="0"/>
              </a:spcAft>
              <a:defRPr>
                <a:solidFill>
                  <a:schemeClr val="tx1"/>
                </a:solidFill>
                <a:latin typeface="Arial" panose="020B0604020202090204" pitchFamily="34" charset="0"/>
              </a:defRPr>
            </a:lvl5pPr>
            <a:lvl6pPr marL="2286000" eaLnBrk="0" fontAlgn="base" hangingPunct="0">
              <a:spcBef>
                <a:spcPct val="0"/>
              </a:spcBef>
              <a:spcAft>
                <a:spcPct val="0"/>
              </a:spcAft>
              <a:defRPr>
                <a:solidFill>
                  <a:schemeClr val="tx1"/>
                </a:solidFill>
                <a:latin typeface="Arial" panose="020B0604020202090204" pitchFamily="34" charset="0"/>
              </a:defRPr>
            </a:lvl6pPr>
            <a:lvl7pPr marL="2743200" eaLnBrk="0" fontAlgn="base" hangingPunct="0">
              <a:spcBef>
                <a:spcPct val="0"/>
              </a:spcBef>
              <a:spcAft>
                <a:spcPct val="0"/>
              </a:spcAft>
              <a:defRPr>
                <a:solidFill>
                  <a:schemeClr val="tx1"/>
                </a:solidFill>
                <a:latin typeface="Arial" panose="020B0604020202090204" pitchFamily="34" charset="0"/>
              </a:defRPr>
            </a:lvl7pPr>
            <a:lvl8pPr marL="3200400" eaLnBrk="0" fontAlgn="base" hangingPunct="0">
              <a:spcBef>
                <a:spcPct val="0"/>
              </a:spcBef>
              <a:spcAft>
                <a:spcPct val="0"/>
              </a:spcAft>
              <a:defRPr>
                <a:solidFill>
                  <a:schemeClr val="tx1"/>
                </a:solidFill>
                <a:latin typeface="Arial" panose="020B0604020202090204" pitchFamily="34" charset="0"/>
              </a:defRPr>
            </a:lvl8pPr>
            <a:lvl9pPr marL="3657600" eaLnBrk="0" fontAlgn="base" hangingPunct="0">
              <a:spcBef>
                <a:spcPct val="0"/>
              </a:spcBef>
              <a:spcAft>
                <a:spcPct val="0"/>
              </a:spcAft>
              <a:defRPr>
                <a:solidFill>
                  <a:schemeClr val="tx1"/>
                </a:solidFill>
                <a:latin typeface="Arial" panose="020B0604020202090204" pitchFamily="34" charset="0"/>
              </a:defRPr>
            </a:lvl9pPr>
          </a:lstStyle>
          <a:p>
            <a:pPr marL="4572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备份策略</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1272940" y="2856882"/>
            <a:ext cx="9651853" cy="2224583"/>
          </a:xfrm>
          <a:prstGeom prst="rect">
            <a:avLst/>
          </a:prstGeom>
        </p:spPr>
        <p:txBody>
          <a:bodyPr wrap="square">
            <a:spAutoFit/>
          </a:bodyPr>
          <a:lstStyle/>
          <a:p>
            <a:pPr indent="457200">
              <a:lnSpc>
                <a:spcPct val="200000"/>
              </a:lnSpc>
            </a:pPr>
            <a:r>
              <a:rPr lang="zh-CN" altLang="en-US"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全量备份</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：可以最快的时间快速恢复所有数据，缺点是备份成本大，时间长。</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ct val="200000"/>
              </a:lnSpc>
            </a:pPr>
            <a:r>
              <a:rPr lang="zh-CN" altLang="en-US"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全量备份</a:t>
            </a:r>
            <a:r>
              <a:rPr lang="en-US" altLang="zh-CN"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增量备份</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：可以较快的恢复所有数据，缺点是恢复时间长，如果增量数据有问题，无法恢复所有数据。</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ct val="200000"/>
              </a:lnSpc>
            </a:pPr>
            <a:r>
              <a:rPr lang="zh-CN" altLang="en-US"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搭建从库</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：直接切换到从库，前提是从库的数据安全可靠。</a:t>
            </a:r>
            <a:endParaRPr lang="zh-CN" altLang="en-US" sz="18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5739" y="3197035"/>
            <a:ext cx="11160690" cy="769441"/>
          </a:xfrm>
          <a:prstGeom prst="rect">
            <a:avLst/>
          </a:prstGeom>
          <a:noFill/>
        </p:spPr>
        <p:txBody>
          <a:bodyPr wrap="square" rtlCol="0">
            <a:spAutoFit/>
          </a:bodyPr>
          <a:lstStyle/>
          <a:p>
            <a:pPr algn="ctr"/>
            <a:r>
              <a:rPr lang="en-US" altLang="zh-CN" sz="4400" b="1" dirty="0">
                <a:solidFill>
                  <a:schemeClr val="bg1"/>
                </a:solidFill>
                <a:latin typeface="微软雅黑" panose="020B0503020204020204" pitchFamily="34" charset="-122"/>
                <a:ea typeface="微软雅黑" panose="020B0503020204020204" pitchFamily="34" charset="-122"/>
              </a:rPr>
              <a:t>Memcached</a:t>
            </a:r>
            <a:r>
              <a:rPr lang="zh-CN" altLang="en-US" sz="4400" b="1" dirty="0">
                <a:solidFill>
                  <a:schemeClr val="bg1"/>
                </a:solidFill>
                <a:latin typeface="微软雅黑" panose="020B0503020204020204" pitchFamily="34" charset="-122"/>
                <a:ea typeface="微软雅黑" panose="020B0503020204020204" pitchFamily="34" charset="-122"/>
              </a:rPr>
              <a:t>服务安全加固</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4707686" y="6358139"/>
            <a:ext cx="2736850" cy="365125"/>
          </a:xfrm>
          <a:prstGeom prst="rect">
            <a:avLst/>
          </a:prstGeom>
          <a:effectLst>
            <a:glow rad="292100">
              <a:schemeClr val="accent1">
                <a:alpha val="40000"/>
              </a:schemeClr>
            </a:glow>
          </a:effectLst>
        </p:spPr>
        <p:txBody>
          <a:bodyPr/>
          <a:lstStyle>
            <a:defPPr>
              <a:defRPr lang="zh-CN"/>
            </a:defPPr>
            <a:lvl1pPr marL="0" algn="ctr" defTabSz="812165" rtl="0" eaLnBrk="1" latinLnBrk="0" hangingPunct="1">
              <a:defRPr sz="1600" b="1" kern="1200">
                <a:solidFill>
                  <a:srgbClr val="FF0000"/>
                </a:solidFill>
                <a:latin typeface="+mn-lt"/>
                <a:ea typeface="+mn-ea"/>
                <a:cs typeface="+mn-cs"/>
              </a:defRPr>
            </a:lvl1pPr>
            <a:lvl2pPr marL="406400" algn="l" defTabSz="812165" rtl="0" eaLnBrk="1" latinLnBrk="0" hangingPunct="1">
              <a:defRPr sz="1600" kern="1200">
                <a:solidFill>
                  <a:schemeClr val="tx1"/>
                </a:solidFill>
                <a:latin typeface="+mn-lt"/>
                <a:ea typeface="+mn-ea"/>
                <a:cs typeface="+mn-cs"/>
              </a:defRPr>
            </a:lvl2pPr>
            <a:lvl3pPr marL="812165" algn="l" defTabSz="812165" rtl="0" eaLnBrk="1" latinLnBrk="0" hangingPunct="1">
              <a:defRPr sz="1600" kern="1200">
                <a:solidFill>
                  <a:schemeClr val="tx1"/>
                </a:solidFill>
                <a:latin typeface="+mn-lt"/>
                <a:ea typeface="+mn-ea"/>
                <a:cs typeface="+mn-cs"/>
              </a:defRPr>
            </a:lvl3pPr>
            <a:lvl4pPr marL="1218565" algn="l" defTabSz="812165" rtl="0" eaLnBrk="1" latinLnBrk="0" hangingPunct="1">
              <a:defRPr sz="1600" kern="1200">
                <a:solidFill>
                  <a:schemeClr val="tx1"/>
                </a:solidFill>
                <a:latin typeface="+mn-lt"/>
                <a:ea typeface="+mn-ea"/>
                <a:cs typeface="+mn-cs"/>
              </a:defRPr>
            </a:lvl4pPr>
            <a:lvl5pPr marL="1624330" algn="l" defTabSz="812165" rtl="0" eaLnBrk="1" latinLnBrk="0" hangingPunct="1">
              <a:defRPr sz="1600" kern="1200">
                <a:solidFill>
                  <a:schemeClr val="tx1"/>
                </a:solidFill>
                <a:latin typeface="+mn-lt"/>
                <a:ea typeface="+mn-ea"/>
                <a:cs typeface="+mn-cs"/>
              </a:defRPr>
            </a:lvl5pPr>
            <a:lvl6pPr marL="2030730" algn="l" defTabSz="812165" rtl="0" eaLnBrk="1" latinLnBrk="0" hangingPunct="1">
              <a:defRPr sz="1600" kern="1200">
                <a:solidFill>
                  <a:schemeClr val="tx1"/>
                </a:solidFill>
                <a:latin typeface="+mn-lt"/>
                <a:ea typeface="+mn-ea"/>
                <a:cs typeface="+mn-cs"/>
              </a:defRPr>
            </a:lvl6pPr>
            <a:lvl7pPr marL="2436495" algn="l" defTabSz="812165" rtl="0" eaLnBrk="1" latinLnBrk="0" hangingPunct="1">
              <a:defRPr sz="1600" kern="1200">
                <a:solidFill>
                  <a:schemeClr val="tx1"/>
                </a:solidFill>
                <a:latin typeface="+mn-lt"/>
                <a:ea typeface="+mn-ea"/>
                <a:cs typeface="+mn-cs"/>
              </a:defRPr>
            </a:lvl7pPr>
            <a:lvl8pPr marL="2842895" algn="l" defTabSz="812165" rtl="0" eaLnBrk="1" latinLnBrk="0" hangingPunct="1">
              <a:defRPr sz="1600" kern="1200">
                <a:solidFill>
                  <a:schemeClr val="tx1"/>
                </a:solidFill>
                <a:latin typeface="+mn-lt"/>
                <a:ea typeface="+mn-ea"/>
                <a:cs typeface="+mn-cs"/>
              </a:defRPr>
            </a:lvl8pPr>
            <a:lvl9pPr marL="3248660" algn="l" defTabSz="812165" rtl="0" eaLnBrk="1" latinLnBrk="0" hangingPunct="1">
              <a:defRPr sz="1600" kern="1200">
                <a:solidFill>
                  <a:schemeClr val="tx1"/>
                </a:solidFill>
                <a:latin typeface="+mn-lt"/>
                <a:ea typeface="+mn-ea"/>
                <a:cs typeface="+mn-cs"/>
              </a:defRPr>
            </a:lvl9pPr>
          </a:lstStyle>
          <a:p>
            <a:fld id="{A6F68E66-2D7B-46EE-A45B-944EE6D475CA}" type="slidenum">
              <a:rPr lang="zh-CN" altLang="en-US" smtClean="0"/>
            </a:fld>
            <a:endParaRPr lang="zh-CN" altLang="en-US" dirty="0"/>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235457" y="2632736"/>
            <a:ext cx="5049596" cy="369332"/>
          </a:xfrm>
          <a:prstGeom prst="rect">
            <a:avLst/>
          </a:prstGeom>
          <a:noFill/>
          <a:ln>
            <a:noFill/>
          </a:ln>
          <a:effectLst/>
        </p:spPr>
        <p:txBody>
          <a:bodyPr vert="horz" wrap="square" lIns="0" tIns="0" rIns="0" bIns="0" numCol="1" anchor="ctr" anchorCtr="0" compatLnSpc="1">
            <a:spAutoFit/>
          </a:bodyPr>
          <a:lstStyle/>
          <a:p>
            <a:pPr lvl="0" defTabSz="914400" eaLnBrk="0" fontAlgn="base" hangingPunct="0">
              <a:spcBef>
                <a:spcPct val="0"/>
              </a:spcBef>
              <a:spcAft>
                <a:spcPct val="0"/>
              </a:spcAft>
            </a:pP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服务加固方案</a:t>
            </a:r>
            <a:endPar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28929" y="3181698"/>
            <a:ext cx="9651853" cy="2120709"/>
          </a:xfrm>
          <a:prstGeom prst="rect">
            <a:avLst/>
          </a:prstGeom>
        </p:spPr>
        <p:txBody>
          <a:bodyPr wrap="square">
            <a:spAutoFit/>
          </a:bodyPr>
          <a:lstStyle/>
          <a:p>
            <a:pPr marL="457200" lvl="0" defTabSz="914400" eaLnBrk="0" fontAlgn="base" hangingPunct="0">
              <a:lnSpc>
                <a:spcPct val="150000"/>
              </a:lnSpc>
              <a:spcBef>
                <a:spcPct val="0"/>
              </a:spcBef>
              <a:spcAft>
                <a:spcPct val="0"/>
              </a:spcAft>
              <a:buFontTx/>
              <a:buAutoNum type="arabicPeriod"/>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定期升级，使用</a:t>
            </a:r>
            <a:r>
              <a:rPr lang="zh-CN" altLang="zh-CN" sz="1800" dirty="0">
                <a:solidFill>
                  <a:srgbClr val="4183C4"/>
                </a:solidFill>
                <a:latin typeface="Times New Roman" panose="02020603050405020304" pitchFamily="18" charset="0"/>
                <a:ea typeface="微软雅黑" panose="020B0503020204020204" pitchFamily="34" charset="-122"/>
                <a:cs typeface="Times New Roman" panose="02020603050405020304" pitchFamily="18" charset="0"/>
                <a:hlinkClick r:id="rId1" tooltip="官方最新版本memcached"/>
              </a:rPr>
              <a:t>官方最新版本Memcached</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eaLnBrk="0" fontAlgn="base" hangingPunct="0">
              <a:lnSpc>
                <a:spcPct val="150000"/>
              </a:lnSpc>
              <a:spcBef>
                <a:spcPct val="0"/>
              </a:spcBef>
              <a:spcAft>
                <a:spcPct val="0"/>
              </a:spcAft>
              <a:buFontTx/>
              <a:buAutoNum type="arabicPeriod" startAt="2"/>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配置访问控制</a:t>
            </a:r>
            <a:b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b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建议用户不要将服务发布到互联网上而被黑客利用，</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可以通过</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iptables配置访问控制规则。</a:t>
            </a:r>
            <a:b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b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例如，在Linux环境中运行命令</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iptables -A INPUT -p tcp -s 192.168.0.2 —dport 11211 -j ACCEPT</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，在iptables中添加此规则只允许192.168.0.2这个IP对11211端口进行访问。</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矩形 10"/>
          <p:cNvSpPr/>
          <p:nvPr/>
        </p:nvSpPr>
        <p:spPr>
          <a:xfrm>
            <a:off x="318430" y="1410094"/>
            <a:ext cx="11515363" cy="874214"/>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是一套常用的</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key-value</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缓存系统，由于它本身没有权限控制模块，所以对公网开放的</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服务很容易被攻击者扫描发现，攻击者通过命令交互可直接读取</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中的敏感信息。</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7" name="矩形 6"/>
          <p:cNvSpPr/>
          <p:nvPr/>
        </p:nvSpPr>
        <p:spPr>
          <a:xfrm>
            <a:off x="955035" y="1521368"/>
            <a:ext cx="3619902" cy="461665"/>
          </a:xfrm>
          <a:prstGeom prst="rect">
            <a:avLst/>
          </a:prstGeom>
        </p:spPr>
        <p:txBody>
          <a:bodyPr wrap="none">
            <a:spAutoFit/>
          </a:bodyPr>
          <a:lstStyle/>
          <a:p>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服务加固方案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Rectangle 1"/>
          <p:cNvSpPr>
            <a:spLocks noChangeArrowheads="1"/>
          </p:cNvSpPr>
          <p:nvPr/>
        </p:nvSpPr>
        <p:spPr bwMode="auto">
          <a:xfrm>
            <a:off x="1064928" y="2097460"/>
            <a:ext cx="10613925" cy="4520725"/>
          </a:xfrm>
          <a:prstGeom prst="rect">
            <a:avLst/>
          </a:prstGeom>
          <a:noFill/>
          <a:ln>
            <a:noFill/>
          </a:ln>
          <a:effectLst/>
        </p:spPr>
        <p:txBody>
          <a:bodyPr vert="horz" wrap="square" lIns="0" tIns="0" rIns="0" bIns="0" numCol="1" anchor="ctr" anchorCtr="0" compatLnSpc="1">
            <a:spAutoFit/>
          </a:bodyPr>
          <a:lstStyle/>
          <a:p>
            <a:pPr marR="0" lvl="0" indent="457200" algn="l" defTabSz="914400" rtl="0" eaLnBrk="0" fontAlgn="base" latinLnBrk="0" hangingPunct="0">
              <a:lnSpc>
                <a:spcPct val="150000"/>
              </a:lnSpc>
              <a:spcBef>
                <a:spcPct val="0"/>
              </a:spcBef>
              <a:spcAft>
                <a:spcPct val="0"/>
              </a:spcAft>
              <a:buClrTx/>
              <a:buSzTx/>
            </a:pPr>
            <a:r>
              <a:rPr kumimoji="0" lang="en-US"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绑定监听IP</a:t>
            </a:r>
            <a:b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b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如果Memcached没有在公网开放的必要，可在Memcached启动时指定绑定的IP地址为 127.0.0.1。例如，在Linux环境中运行以下命令：</a:t>
            </a:r>
            <a:b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br>
            <a:r>
              <a:rPr kumimoji="0" lang="zh-CN" altLang="zh-CN" sz="1800" b="0" i="0" u="none" strike="noStrike" cap="none" normalizeH="0" baseline="0" dirty="0">
                <a:ln>
                  <a:noFill/>
                </a:ln>
                <a:solidFill>
                  <a:srgbClr val="C7254E"/>
                </a:solidFill>
                <a:effectLst/>
                <a:latin typeface="Times New Roman" panose="02020603050405020304" pitchFamily="18" charset="0"/>
                <a:ea typeface="微软雅黑" panose="020B0503020204020204" pitchFamily="34" charset="-122"/>
                <a:cs typeface="Times New Roman" panose="02020603050405020304" pitchFamily="18" charset="0"/>
              </a:rPr>
              <a:t>memcached -d -m 1024 -u memcached -l 127.0.0.1 -p 11211 -c 1024 -P /tmp/memcached.pid</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R="0" lvl="0" indent="457200" algn="l" defTabSz="914400" rtl="0" eaLnBrk="0" fontAlgn="base" latinLnBrk="0" hangingPunct="0">
              <a:lnSpc>
                <a:spcPct val="150000"/>
              </a:lnSpc>
              <a:spcBef>
                <a:spcPct val="0"/>
              </a:spcBef>
              <a:spcAft>
                <a:spcPct val="0"/>
              </a:spcAft>
              <a:buClrTx/>
              <a:buSzTx/>
            </a:pPr>
            <a:r>
              <a:rPr kumimoji="0" lang="en-US"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4.</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使用最小化权限账号运行Memcached服务</a:t>
            </a:r>
            <a:b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b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使用普通权限账号运行，指定Memcached用户。例如，在Linux环境中运行以下命令来运行Memcached：</a:t>
            </a:r>
            <a:b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br>
            <a:r>
              <a:rPr kumimoji="0" lang="zh-CN" altLang="zh-CN" sz="1800" b="0" i="0" u="none" strike="noStrike" cap="none" normalizeH="0" baseline="0" dirty="0">
                <a:ln>
                  <a:noFill/>
                </a:ln>
                <a:solidFill>
                  <a:srgbClr val="C7254E"/>
                </a:solidFill>
                <a:effectLst/>
                <a:latin typeface="Times New Roman" panose="02020603050405020304" pitchFamily="18" charset="0"/>
                <a:ea typeface="微软雅黑" panose="020B0503020204020204" pitchFamily="34" charset="-122"/>
                <a:cs typeface="Times New Roman" panose="02020603050405020304" pitchFamily="18" charset="0"/>
              </a:rPr>
              <a:t>memcached -d -m 1024 -u memcached -l 127.0.0.1 -p 11211 -c 1024 -P /tmp/memcached.pid</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R="0" lvl="0" indent="457200" algn="l" defTabSz="914400" rtl="0" eaLnBrk="0" fontAlgn="base" latinLnBrk="0" hangingPunct="0">
              <a:lnSpc>
                <a:spcPct val="150000"/>
              </a:lnSpc>
              <a:spcBef>
                <a:spcPct val="0"/>
              </a:spcBef>
              <a:spcAft>
                <a:spcPct val="0"/>
              </a:spcAft>
              <a:buClrTx/>
              <a:buSzTx/>
            </a:pPr>
            <a:r>
              <a:rPr kumimoji="0" lang="en-US"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5.</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启用认证功能</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Memcached本身没有做验证访问模块,Memcached从1.4.3版本开始，能支持SASL认证。</a:t>
            </a:r>
            <a:r>
              <a:rPr kumimoji="0" lang="zh-CN" altLang="zh-CN" sz="1800" b="0" i="0" u="none" strike="noStrike" cap="none" normalizeH="0" baseline="0" dirty="0">
                <a:ln>
                  <a:noFill/>
                </a:ln>
                <a:solidFill>
                  <a:srgbClr val="4183C4"/>
                </a:solidFill>
                <a:effectLst/>
                <a:latin typeface="Times New Roman" panose="02020603050405020304" pitchFamily="18" charset="0"/>
                <a:ea typeface="微软雅黑" panose="020B0503020204020204" pitchFamily="34" charset="-122"/>
                <a:cs typeface="Times New Roman" panose="02020603050405020304" pitchFamily="18" charset="0"/>
                <a:hlinkClick r:id="rId1" tooltip="SASL认证详细配置手册"/>
              </a:rPr>
              <a:t>SASL认证详细配置手册</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457200" marR="0" lvl="0" indent="0" algn="l" defTabSz="914400" rtl="0" eaLnBrk="0" fontAlgn="base" latinLnBrk="0" hangingPunct="0">
              <a:lnSpc>
                <a:spcPct val="15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7" name="矩形 6"/>
          <p:cNvSpPr/>
          <p:nvPr/>
        </p:nvSpPr>
        <p:spPr>
          <a:xfrm>
            <a:off x="955035" y="1521368"/>
            <a:ext cx="3619902" cy="461665"/>
          </a:xfrm>
          <a:prstGeom prst="rect">
            <a:avLst/>
          </a:prstGeom>
        </p:spPr>
        <p:txBody>
          <a:bodyPr wrap="none">
            <a:spAutoFit/>
          </a:bodyPr>
          <a:lstStyle/>
          <a:p>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服务加固方案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Rectangle 1"/>
          <p:cNvSpPr>
            <a:spLocks noChangeArrowheads="1"/>
          </p:cNvSpPr>
          <p:nvPr/>
        </p:nvSpPr>
        <p:spPr bwMode="auto">
          <a:xfrm>
            <a:off x="1064928" y="2115848"/>
            <a:ext cx="10613925" cy="1196738"/>
          </a:xfrm>
          <a:prstGeom prst="rect">
            <a:avLst/>
          </a:prstGeom>
          <a:noFill/>
          <a:ln>
            <a:noFill/>
          </a:ln>
          <a:effectLst/>
        </p:spPr>
        <p:txBody>
          <a:bodyPr vert="horz" wrap="square" lIns="0" tIns="0" rIns="0" bIns="0" numCol="1" anchor="ctr" anchorCtr="0" compatLnSpc="1">
            <a:spAutoFit/>
          </a:bodyPr>
          <a:lstStyle/>
          <a:p>
            <a:pPr lvl="0" indent="457200" defTabSz="914400" eaLnBrk="0" fontAlgn="base" hangingPunct="0">
              <a:lnSpc>
                <a:spcPct val="150000"/>
              </a:lnSpc>
              <a:spcBef>
                <a:spcPct val="0"/>
              </a:spcBef>
              <a:spcAft>
                <a:spcPct val="0"/>
              </a:spcAft>
            </a:pPr>
            <a:r>
              <a:rPr kumimoji="0" lang="en-US"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修改默认端口</a:t>
            </a:r>
            <a:b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b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修改默认11211监听端口为11222端口。在Linux环境中运行以下命令：</a:t>
            </a:r>
            <a:br>
              <a:rPr lang="zh-CN" altLang="zh-CN" sz="1800" dirty="0">
                <a:latin typeface="Times New Roman" panose="02020603050405020304" pitchFamily="18" charset="0"/>
                <a:ea typeface="微软雅黑" panose="020B0503020204020204" pitchFamily="34" charset="-122"/>
                <a:cs typeface="Times New Roman" panose="02020603050405020304" pitchFamily="18" charset="0"/>
              </a:rPr>
            </a:b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memcached -d -m 1024 -u memcached -l 127.0.0.1 -p 11222 -c 1024 -P /tmp/memcached.pid</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1059211" y="3393356"/>
            <a:ext cx="9635799" cy="3003386"/>
          </a:xfrm>
          <a:prstGeom prst="rect">
            <a:avLst/>
          </a:prstGeom>
        </p:spPr>
        <p:txBody>
          <a:bodyPr wrap="square">
            <a:spAutoFit/>
          </a:bodyPr>
          <a:lstStyle/>
          <a:p>
            <a:pPr marL="457200">
              <a:lnSpc>
                <a:spcPct val="150000"/>
              </a:lnSpc>
            </a:pPr>
            <a:r>
              <a:rPr lang="en-US" altLang="zh-CN" sz="16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sz="16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命令参数说明</a:t>
            </a:r>
            <a:endPar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a:lnSpc>
                <a:spcPct val="150000"/>
              </a:lnSpc>
              <a:buFont typeface="Arial" panose="020B0604020202090204" pitchFamily="34" charset="0"/>
              <a:buChar char="•"/>
            </a:pP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-d </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是指启动一个守护进程。</a:t>
            </a:r>
            <a:endPar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a:lnSpc>
                <a:spcPct val="150000"/>
              </a:lnSpc>
              <a:buFont typeface="Arial" panose="020B0604020202090204" pitchFamily="34" charset="0"/>
              <a:buChar char="•"/>
            </a:pP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 </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是指分配给</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使用的内存数量，单位是</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MB</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，以上为</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1024MB</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a:lnSpc>
                <a:spcPct val="150000"/>
              </a:lnSpc>
              <a:buFont typeface="Arial" panose="020B0604020202090204" pitchFamily="34" charset="0"/>
              <a:buChar char="•"/>
            </a:pP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-u </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是指运行</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的用户，推荐使用单独普通权限用户</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，而不要使用</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root</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权限账户。</a:t>
            </a:r>
            <a:endPar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a:lnSpc>
                <a:spcPct val="150000"/>
              </a:lnSpc>
              <a:buFont typeface="Arial" panose="020B0604020202090204" pitchFamily="34" charset="0"/>
              <a:buChar char="•"/>
            </a:pP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-l </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是指监听的服务器</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地址，例如指定服务器的</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地址为</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127.0.0.1</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a:lnSpc>
                <a:spcPct val="150000"/>
              </a:lnSpc>
              <a:buFont typeface="Arial" panose="020B0604020202090204" pitchFamily="34" charset="0"/>
              <a:buChar char="•"/>
            </a:pP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-p </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是用来设置</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的监听端口，默认端口为</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11211</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。建议设置</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1024</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以上的端口。</a:t>
            </a:r>
            <a:endPar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a:lnSpc>
                <a:spcPct val="150000"/>
              </a:lnSpc>
              <a:buFont typeface="Arial" panose="020B0604020202090204" pitchFamily="34" charset="0"/>
              <a:buChar char="•"/>
            </a:pP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-c </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是指最大运行的并发连接数，默认是</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1024</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。可按照您服务器的负载量来设定。</a:t>
            </a:r>
            <a:endPar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a:lnSpc>
                <a:spcPct val="150000"/>
              </a:lnSpc>
              <a:buFont typeface="Arial" panose="020B0604020202090204" pitchFamily="34" charset="0"/>
              <a:buChar char="•"/>
            </a:pP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-P </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是指设置保存</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6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pid</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文件，例如保存在 </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tmp</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memcached.pid</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位置。</a:t>
            </a:r>
            <a:endParaRPr lang="zh-CN" altLang="en-US" sz="16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7" name="矩形 6"/>
          <p:cNvSpPr/>
          <p:nvPr/>
        </p:nvSpPr>
        <p:spPr>
          <a:xfrm>
            <a:off x="955035" y="1521368"/>
            <a:ext cx="3619902" cy="461665"/>
          </a:xfrm>
          <a:prstGeom prst="rect">
            <a:avLst/>
          </a:prstGeom>
        </p:spPr>
        <p:txBody>
          <a:bodyPr wrap="none">
            <a:spAutoFit/>
          </a:bodyPr>
          <a:lstStyle/>
          <a:p>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服务加固方案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Memcached</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Rectangle 1"/>
          <p:cNvSpPr>
            <a:spLocks noChangeArrowheads="1"/>
          </p:cNvSpPr>
          <p:nvPr/>
        </p:nvSpPr>
        <p:spPr bwMode="auto">
          <a:xfrm>
            <a:off x="1064928" y="2184380"/>
            <a:ext cx="10613925" cy="781881"/>
          </a:xfrm>
          <a:prstGeom prst="rect">
            <a:avLst/>
          </a:prstGeom>
          <a:noFill/>
          <a:ln>
            <a:noFill/>
          </a:ln>
          <a:effectLst/>
        </p:spPr>
        <p:txBody>
          <a:bodyPr vert="horz" wrap="square" lIns="0" tIns="0" rIns="0" bIns="0" numCol="1" anchor="ctr" anchorCtr="0" compatLnSpc="1">
            <a:spAutoFit/>
          </a:bodyPr>
          <a:lstStyle/>
          <a:p>
            <a:pPr lvl="0" indent="457200" defTabSz="914400" eaLnBrk="0" fontAlgn="base" hangingPunct="0">
              <a:lnSpc>
                <a:spcPct val="150000"/>
              </a:lnSpc>
              <a:spcBef>
                <a:spcPct val="0"/>
              </a:spcBef>
              <a:spcAft>
                <a:spcPct val="0"/>
              </a:spcAft>
            </a:pPr>
            <a:r>
              <a:rPr kumimoji="0" lang="en-US"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7.</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备份数据</a:t>
            </a:r>
            <a:b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b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为避免数丢失，升级前请做好备份</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zh-CN" sz="1800" b="0" i="0" u="none" strike="noStrike" cap="none" normalizeH="0" baseline="0" dirty="0">
              <a:ln>
                <a:noFill/>
              </a:ln>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41286" y="2644770"/>
            <a:ext cx="3618778" cy="361877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5739" y="3197035"/>
            <a:ext cx="11160690" cy="769441"/>
          </a:xfrm>
          <a:prstGeom prst="rect">
            <a:avLst/>
          </a:prstGeom>
          <a:noFill/>
        </p:spPr>
        <p:txBody>
          <a:bodyPr wrap="square" rtlCol="0">
            <a:spAutoFit/>
          </a:bodyPr>
          <a:lstStyle/>
          <a:p>
            <a:pPr algn="ctr"/>
            <a:r>
              <a:rPr lang="en-US" altLang="zh-CN" sz="4400" b="1" dirty="0">
                <a:solidFill>
                  <a:schemeClr val="bg1"/>
                </a:solidFill>
                <a:latin typeface="微软雅黑" panose="020B0503020204020204" pitchFamily="34" charset="-122"/>
                <a:ea typeface="微软雅黑" panose="020B0503020204020204" pitchFamily="34" charset="-122"/>
              </a:rPr>
              <a:t>Redis</a:t>
            </a:r>
            <a:r>
              <a:rPr lang="zh-CN" altLang="en-US" sz="4400" b="1" dirty="0">
                <a:solidFill>
                  <a:schemeClr val="bg1"/>
                </a:solidFill>
                <a:latin typeface="微软雅黑" panose="020B0503020204020204" pitchFamily="34" charset="-122"/>
                <a:ea typeface="微软雅黑" panose="020B0503020204020204" pitchFamily="34" charset="-122"/>
              </a:rPr>
              <a:t>服务安全加固</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874049" y="1967620"/>
            <a:ext cx="10827956" cy="3367204"/>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漏洞描述</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Redis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因配置不当存在未授权访问漏洞，可以被攻击者恶意利用。</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在特定条件下，如果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Redis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以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root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身份运行，黑客可以给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root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账号写入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SSH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公钥文件，直接通过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SSH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登录受害服务器，从而获取服务器权限和数据。一旦入侵成功，攻击者可直接添加账号用于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SSH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远程登录控制服务器，给用户的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Redis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运行环境以及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Linux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主机带来安全风险，如删除、泄露或加密重要数据，引发勒索事件等。</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受影响范围</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在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Redis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客户端，尝试无账号登录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8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背景描述</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1" name="图片 10"/>
          <p:cNvPicPr>
            <a:picLocks noChangeAspect="1"/>
          </p:cNvPicPr>
          <p:nvPr/>
        </p:nvPicPr>
        <p:blipFill rotWithShape="1">
          <a:blip r:embed="rId1"/>
          <a:srcRect r="65612"/>
          <a:stretch>
            <a:fillRect/>
          </a:stretch>
        </p:blipFill>
        <p:spPr>
          <a:xfrm>
            <a:off x="5565776" y="4651917"/>
            <a:ext cx="3934673" cy="999523"/>
          </a:xfrm>
          <a:prstGeom prst="rect">
            <a:avLst/>
          </a:prstGeom>
        </p:spPr>
      </p:pic>
      <p:sp>
        <p:nvSpPr>
          <p:cNvPr id="12" name="矩形 11"/>
          <p:cNvSpPr/>
          <p:nvPr/>
        </p:nvSpPr>
        <p:spPr>
          <a:xfrm>
            <a:off x="1313907" y="5765195"/>
            <a:ext cx="6904454" cy="369332"/>
          </a:xfrm>
          <a:prstGeom prst="rect">
            <a:avLst/>
          </a:prstGeom>
        </p:spPr>
        <p:txBody>
          <a:bodyPr wrap="none">
            <a:spAutoFit/>
          </a:bodyPr>
          <a:lstStyle/>
          <a:p>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从登录结果可以看出，该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Redis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服务对公网开放，且未启用认证。</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9" y="2025494"/>
            <a:ext cx="10619610" cy="3367204"/>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网络层加固</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指定 Redis 服务使用的网卡</a:t>
            </a:r>
            <a:r>
              <a:rPr lang="zh-CN" altLang="en-US"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默认情况下，Redis 监听 </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127.0.0.1</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。如果仅仅是本地通信，请确保监听在本地。这种方式可以在一定程度上缓解 Redis 未授权访问的风险（例外情况下，如果 Redis 以 root 用户运行，攻击者借助已有的 webshell，就可以利用该 Redis 来反弹 shell 以实现提权）。</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在 </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redis.conf</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文件中找到 </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 bind 127.0.0.1</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，将前面的 </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去掉，然后保存。</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b="1"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注意：</a:t>
            </a:r>
            <a:endParaRPr lang="zh-CN" altLang="zh-CN" sz="1800" b="1"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1" defTabSz="914400" eaLnBrk="0" fontAlgn="base" hangingPunct="0">
              <a:lnSpc>
                <a:spcPct val="150000"/>
              </a:lnSpc>
              <a:spcBef>
                <a:spcPct val="0"/>
              </a:spcBef>
              <a:spcAft>
                <a:spcPct val="0"/>
              </a:spcAft>
              <a:buFontTx/>
              <a:buChar char="•"/>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该操作需要重启 Redis 才能生效。</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1" defTabSz="914400" eaLnBrk="0" fontAlgn="base" hangingPunct="0">
              <a:lnSpc>
                <a:spcPct val="150000"/>
              </a:lnSpc>
              <a:spcBef>
                <a:spcPct val="0"/>
              </a:spcBef>
              <a:spcAft>
                <a:spcPct val="0"/>
              </a:spcAft>
              <a:buFontTx/>
              <a:buChar char="•"/>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修改后只有本机才能访问 Redis，也可以指定访问源 IP 来访问 Redis。</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9" y="2025494"/>
            <a:ext cx="10619610" cy="2120709"/>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网络层加固</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defTabSz="914400" eaLnBrk="0" fontAlgn="base" hangingPunct="0">
              <a:lnSpc>
                <a:spcPct val="150000"/>
              </a:lnSpc>
              <a:spcBef>
                <a:spcPct val="0"/>
              </a:spcBef>
              <a:spcAft>
                <a:spcPct val="0"/>
              </a:spcAft>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Consolas" panose="020B0609020204030204" pitchFamily="49" charset="0"/>
              </a:rPr>
              <a:t>bind </a:t>
            </a:r>
            <a:r>
              <a:rPr lang="zh-CN" altLang="zh-CN" sz="1800" dirty="0">
                <a:solidFill>
                  <a:srgbClr val="006666"/>
                </a:solidFill>
                <a:latin typeface="Consolas" panose="020B0609020204030204" pitchFamily="49" charset="0"/>
              </a:rPr>
              <a:t>192.168</a:t>
            </a:r>
            <a:r>
              <a:rPr lang="zh-CN" altLang="zh-CN" sz="1800" dirty="0">
                <a:solidFill>
                  <a:srgbClr val="666600"/>
                </a:solidFill>
                <a:latin typeface="Consolas" panose="020B0609020204030204" pitchFamily="49" charset="0"/>
              </a:rPr>
              <a:t>.</a:t>
            </a:r>
            <a:r>
              <a:rPr lang="zh-CN" altLang="zh-CN" sz="1800" dirty="0">
                <a:solidFill>
                  <a:srgbClr val="006666"/>
                </a:solidFill>
                <a:latin typeface="Consolas" panose="020B0609020204030204" pitchFamily="49" charset="0"/>
              </a:rPr>
              <a:t>1.100</a:t>
            </a:r>
            <a:r>
              <a:rPr lang="zh-CN" altLang="zh-CN" sz="1800" dirty="0">
                <a:solidFill>
                  <a:srgbClr val="000000"/>
                </a:solidFill>
                <a:latin typeface="Consolas" panose="020B0609020204030204" pitchFamily="49" charset="0"/>
              </a:rPr>
              <a:t> </a:t>
            </a:r>
            <a:r>
              <a:rPr lang="zh-CN" altLang="zh-CN" sz="1800" dirty="0">
                <a:solidFill>
                  <a:srgbClr val="006666"/>
                </a:solidFill>
                <a:latin typeface="Consolas" panose="020B0609020204030204" pitchFamily="49" charset="0"/>
              </a:rPr>
              <a:t>10.0</a:t>
            </a:r>
            <a:r>
              <a:rPr lang="zh-CN" altLang="zh-CN" sz="1800" dirty="0">
                <a:solidFill>
                  <a:srgbClr val="666600"/>
                </a:solidFill>
                <a:latin typeface="Consolas" panose="020B0609020204030204" pitchFamily="49" charset="0"/>
              </a:rPr>
              <a:t>.</a:t>
            </a:r>
            <a:r>
              <a:rPr lang="zh-CN" altLang="zh-CN" sz="1800" dirty="0">
                <a:solidFill>
                  <a:srgbClr val="006666"/>
                </a:solidFill>
                <a:latin typeface="Consolas" panose="020B0609020204030204" pitchFamily="49" charset="0"/>
              </a:rPr>
              <a:t>0.1</a:t>
            </a:r>
            <a:endParaRPr lang="zh-CN" altLang="zh-CN" sz="1800" dirty="0">
              <a:solidFill>
                <a:srgbClr val="333333"/>
              </a:solidFill>
              <a:latin typeface="Consolas" panose="020B0609020204030204" pitchFamily="49" charset="0"/>
            </a:endParaRPr>
          </a:p>
          <a:p>
            <a:pPr lvl="0" indent="457200" defTabSz="914400" eaLnBrk="0" fontAlgn="base" hangingPunct="0">
              <a:lnSpc>
                <a:spcPct val="150000"/>
              </a:lnSpc>
              <a:spcBef>
                <a:spcPct val="0"/>
              </a:spcBef>
              <a:spcAft>
                <a:spcPct val="0"/>
              </a:spcAft>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）设置防火墙策略</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如果正常业务中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Redis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服务需要被其他服务器来访问，可以通过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iptables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策略，仅允许指定的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IP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来访问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Redis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2398156" y="4098617"/>
            <a:ext cx="576677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pPr>
            <a:r>
              <a:rPr kumimoji="0" lang="zh-CN" altLang="zh-CN"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iptables </a:t>
            </a:r>
            <a:r>
              <a:rPr kumimoji="0" lang="zh-CN" altLang="zh-CN"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 INPUT </a:t>
            </a:r>
            <a:r>
              <a:rPr kumimoji="0" lang="zh-CN" altLang="zh-CN"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 x</a:t>
            </a:r>
            <a:r>
              <a:rPr kumimoji="0" lang="zh-CN" altLang="zh-CN"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zh-CN" altLang="zh-CN"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zh-CN" altLang="zh-CN"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 </a:t>
            </a:r>
            <a:r>
              <a:rPr kumimoji="0" lang="zh-CN" altLang="zh-CN"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 tcp </a:t>
            </a:r>
            <a:r>
              <a:rPr kumimoji="0" lang="zh-CN" altLang="zh-CN"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dport </a:t>
            </a:r>
            <a:r>
              <a:rPr kumimoji="0" lang="zh-CN" altLang="zh-CN" sz="1800" b="0" i="0" u="none" strike="noStrike" cap="none" normalizeH="0" baseline="0" dirty="0">
                <a:ln>
                  <a:noFill/>
                </a:ln>
                <a:solidFill>
                  <a:srgbClr val="006666"/>
                </a:solidFill>
                <a:effectLst/>
                <a:latin typeface="Times New Roman" panose="02020603050405020304" pitchFamily="18" charset="0"/>
                <a:cs typeface="Times New Roman" panose="02020603050405020304" pitchFamily="18" charset="0"/>
              </a:rPr>
              <a:t>6379</a:t>
            </a:r>
            <a:r>
              <a:rPr kumimoji="0" lang="zh-CN" altLang="zh-CN"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 ACCEPT</a:t>
            </a:r>
            <a:endParaRPr kumimoji="0" lang="zh-CN" altLang="zh-CN"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9" y="2025494"/>
            <a:ext cx="10619610" cy="295170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网络层加固</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defTabSz="914400" eaLnBrk="0" fontAlgn="base" hangingPunct="0">
              <a:lnSpc>
                <a:spcPct val="150000"/>
              </a:lnSpc>
              <a:spcBef>
                <a:spcPct val="0"/>
              </a:spcBef>
              <a:spcAft>
                <a:spcPct val="0"/>
              </a:spcAft>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账号与认证</a:t>
            </a:r>
            <a:endParaRPr lang="en-US"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en-US"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设置访问密码：</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在 </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redis.conf</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中找到 </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requirepass</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字段，去掉其注释，并在后面填上需要的密码。Redis 客户端也需要使用此密码来访问 Redis 服务。</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打开 </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/etc/redis/redis.conf</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配置文件:</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1" defTabSz="914400" eaLnBrk="0" fontAlgn="base" hangingPunct="0">
              <a:lnSpc>
                <a:spcPct val="150000"/>
              </a:lnSpc>
              <a:spcBef>
                <a:spcPct val="0"/>
              </a:spcBef>
              <a:spcAft>
                <a:spcPct val="0"/>
              </a:spcAft>
              <a:buFontTx/>
              <a:buAutoNum type="arabicPeriod"/>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requirepass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QE</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E3323BDWEwwwe1839</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确保密码的复杂度，配置完毕后重启服务即可生效。</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9" y="2025494"/>
            <a:ext cx="10619610" cy="4198201"/>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网络层加固</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defTabSz="914400" eaLnBrk="0" fontAlgn="base" hangingPunct="0">
              <a:lnSpc>
                <a:spcPct val="150000"/>
              </a:lnSpc>
              <a:spcBef>
                <a:spcPct val="0"/>
              </a:spcBef>
              <a:spcAft>
                <a:spcPct val="0"/>
              </a:spcAft>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服务运行权限最小化</a:t>
            </a:r>
            <a:endParaRPr lang="zh-CN" altLang="en-US"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en-US"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修改 </a:t>
            </a:r>
            <a:r>
              <a:rPr lang="en-US" altLang="zh-CN"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Redis </a:t>
            </a:r>
            <a:r>
              <a:rPr lang="zh-CN" altLang="en-US"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服务运行账号：</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请以较低权限账号运行 Redis 服务，并禁用该账号的登录权限。以下操作创建了一个无 home 目录权限，且无法登录的普通账号：</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1" defTabSz="914400" eaLnBrk="0" fontAlgn="base" hangingPunct="0">
              <a:lnSpc>
                <a:spcPct val="150000"/>
              </a:lnSpc>
              <a:spcBef>
                <a:spcPct val="0"/>
              </a:spcBef>
              <a:spcAft>
                <a:spcPct val="0"/>
              </a:spcAft>
              <a:buFontTx/>
              <a:buAutoNum type="arabicPeriod"/>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useradd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sbin</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nologin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username</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b="1"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注意：</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该操作需要重启 Redis 才能生效。</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）服务精细化授权</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defTabSz="914400" eaLnBrk="0" fontAlgn="base" hangingPunct="0">
              <a:lnSpc>
                <a:spcPct val="150000"/>
              </a:lnSpc>
              <a:spcBef>
                <a:spcPct val="0"/>
              </a:spcBef>
              <a:spcAft>
                <a:spcPct val="0"/>
              </a:spcAft>
            </a:pPr>
            <a:r>
              <a:rPr lang="zh-CN" altLang="en-US"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隐藏重要命令：</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Redis 无权限分离，其管理员账号和普通账号无明显区分。攻击者登录后可执行任意操作，因此需要隐藏以下重要命令：</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FLUSHDB, FLUSHALL, KEYS,PEXPIRE, DEL, CONFIG, SHUTDOWN, BGREWRITEAOF, BGSAVE, SAVE, SPOP, SREM, RENAME,DEBUG, EVAL</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9" y="2025494"/>
            <a:ext cx="10619610" cy="4198201"/>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网络层加固</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defTabSz="914400" eaLnBrk="0" fontAlgn="base" hangingPunct="0">
              <a:lnSpc>
                <a:spcPct val="150000"/>
              </a:lnSpc>
              <a:spcBef>
                <a:spcPct val="0"/>
              </a:spcBef>
              <a:spcAft>
                <a:spcPct val="0"/>
              </a:spcAft>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服务运行权限最小化</a:t>
            </a:r>
            <a:endParaRPr lang="zh-CN" altLang="en-US"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en-US"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修改 </a:t>
            </a:r>
            <a:r>
              <a:rPr lang="en-US" altLang="zh-CN"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Redis </a:t>
            </a:r>
            <a:r>
              <a:rPr lang="zh-CN" altLang="en-US"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服务运行账号：</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请以较低权限账号运行 Redis 服务，并禁用该账号的登录权限。以下操作创建了一个无 home 目录权限，且无法登录的普通账号：</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1" defTabSz="914400" eaLnBrk="0" fontAlgn="base" hangingPunct="0">
              <a:lnSpc>
                <a:spcPct val="150000"/>
              </a:lnSpc>
              <a:spcBef>
                <a:spcPct val="0"/>
              </a:spcBef>
              <a:spcAft>
                <a:spcPct val="0"/>
              </a:spcAft>
              <a:buFontTx/>
              <a:buAutoNum type="arabicPeriod"/>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useradd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sbin</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nologin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username</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b="1"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注意：</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该操作需要重启 Redis 才能生效。</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）服务精细化授权</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defTabSz="914400" eaLnBrk="0" fontAlgn="base" hangingPunct="0">
              <a:lnSpc>
                <a:spcPct val="150000"/>
              </a:lnSpc>
              <a:spcBef>
                <a:spcPct val="0"/>
              </a:spcBef>
              <a:spcAft>
                <a:spcPct val="0"/>
              </a:spcAft>
            </a:pPr>
            <a:r>
              <a:rPr lang="zh-CN" altLang="en-US"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隐藏重要命令：</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Redis 无权限分离，其管理员账号和普通账号无明显区分。攻击者登录后可执行任意操作，因此需要隐藏以下重要命令：</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FLUSHDB, FLUSHALL, KEYS,PEXPIRE, DEL, CONFIG, SHUTDOWN, BGREWRITEAOF, BGSAVE, SAVE, SPOP, SREM, RENAME,DEBUG, EVAL</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613699"/>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网络层加固</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另外，在 Redis 2.8.1 及 Redis 3.x （低于 3.0.2） 版本下存在 EVAL 沙箱逃逸漏洞，攻击者可通过该漏洞执行任意 Lua 代码。</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下述配置将 </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config/flushdb/flushall</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设置为空，即禁用该命令；也可设置为一些复杂的、难以猜测的名字。</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1" defTabSz="914400" eaLnBrk="0" fontAlgn="base" hangingPunct="0">
              <a:lnSpc>
                <a:spcPct val="150000"/>
              </a:lnSpc>
              <a:spcBef>
                <a:spcPct val="0"/>
              </a:spcBef>
              <a:spcAft>
                <a:spcPct val="0"/>
              </a:spcAft>
              <a:buFontTx/>
              <a:buAutoNum type="arabicPeriod"/>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rename</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command CONFIG </a:t>
            </a:r>
            <a:r>
              <a:rPr lang="zh-CN" altLang="zh-CN" sz="1800" dirty="0">
                <a:solidFill>
                  <a:srgbClr val="0088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1" defTabSz="914400" eaLnBrk="0" fontAlgn="base" hangingPunct="0">
              <a:lnSpc>
                <a:spcPct val="150000"/>
              </a:lnSpc>
              <a:spcBef>
                <a:spcPct val="0"/>
              </a:spcBef>
              <a:spcAft>
                <a:spcPct val="0"/>
              </a:spcAft>
              <a:buFontTx/>
              <a:buAutoNum type="arabicPeriod" startAt="2"/>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rename</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command flushall </a:t>
            </a:r>
            <a:r>
              <a:rPr lang="zh-CN" altLang="zh-CN" sz="1800" dirty="0">
                <a:solidFill>
                  <a:srgbClr val="0088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1" defTabSz="914400" eaLnBrk="0" fontAlgn="base" hangingPunct="0">
              <a:lnSpc>
                <a:spcPct val="150000"/>
              </a:lnSpc>
              <a:spcBef>
                <a:spcPct val="0"/>
              </a:spcBef>
              <a:spcAft>
                <a:spcPct val="0"/>
              </a:spcAft>
              <a:buFontTx/>
              <a:buAutoNum type="arabicPeriod" startAt="3"/>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rename</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command flushdb </a:t>
            </a:r>
            <a:r>
              <a:rPr lang="zh-CN" altLang="zh-CN" sz="1800" dirty="0">
                <a:solidFill>
                  <a:srgbClr val="0088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1" defTabSz="914400" eaLnBrk="0" fontAlgn="base" hangingPunct="0">
              <a:lnSpc>
                <a:spcPct val="150000"/>
              </a:lnSpc>
              <a:spcBef>
                <a:spcPct val="0"/>
              </a:spcBef>
              <a:spcAft>
                <a:spcPct val="0"/>
              </a:spcAft>
              <a:buFontTx/>
              <a:buAutoNum type="arabicPeriod" startAt="4"/>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rename</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command shutdown shotdown_test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保存后，执行 </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/etc/init.d/redis-server restart</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重启生效。</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）安全补丁</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定期关注最新软件版本，并及时升级 Redis 到最新版，防止新漏洞被恶意利用。</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限制超级管理员远程登录</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rotWithShape="1">
          <a:blip r:embed="rId1"/>
          <a:srcRect l="2664" r="5000"/>
          <a:stretch>
            <a:fillRect/>
          </a:stretch>
        </p:blipFill>
        <p:spPr>
          <a:xfrm>
            <a:off x="966609" y="2809806"/>
            <a:ext cx="10794297" cy="259906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用户属性控制</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 name="图片 7"/>
          <p:cNvPicPr>
            <a:picLocks noChangeAspect="1"/>
          </p:cNvPicPr>
          <p:nvPr/>
        </p:nvPicPr>
        <p:blipFill rotWithShape="1">
          <a:blip r:embed="rId1"/>
          <a:srcRect l="2123" r="11623"/>
          <a:stretch>
            <a:fillRect/>
          </a:stretch>
        </p:blipFill>
        <p:spPr>
          <a:xfrm>
            <a:off x="1070784" y="2554431"/>
            <a:ext cx="10027631" cy="385344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数据字典访问权限</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rotWithShape="1">
          <a:blip r:embed="rId1"/>
          <a:srcRect r="20938"/>
          <a:stretch>
            <a:fillRect/>
          </a:stretch>
        </p:blipFill>
        <p:spPr>
          <a:xfrm>
            <a:off x="1441210" y="2826650"/>
            <a:ext cx="9288523" cy="2854131"/>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账户口令的生存期</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 name="图片 7"/>
          <p:cNvPicPr>
            <a:picLocks noChangeAspect="1"/>
          </p:cNvPicPr>
          <p:nvPr/>
        </p:nvPicPr>
        <p:blipFill rotWithShape="1">
          <a:blip r:embed="rId1"/>
          <a:srcRect r="33959"/>
          <a:stretch>
            <a:fillRect/>
          </a:stretch>
        </p:blipFill>
        <p:spPr>
          <a:xfrm>
            <a:off x="2410843" y="2694590"/>
            <a:ext cx="7346615" cy="349215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重复口令使用</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2004951" y="2541573"/>
            <a:ext cx="8149461" cy="3794332"/>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7.</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认证控制</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 name="图片 7"/>
          <p:cNvPicPr>
            <a:picLocks noChangeAspect="1"/>
          </p:cNvPicPr>
          <p:nvPr/>
        </p:nvPicPr>
        <p:blipFill>
          <a:blip r:embed="rId1"/>
          <a:stretch>
            <a:fillRect/>
          </a:stretch>
        </p:blipFill>
        <p:spPr>
          <a:xfrm>
            <a:off x="2069865" y="2679119"/>
            <a:ext cx="8020336" cy="351924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更改默认帐户密码</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rotWithShape="1">
          <a:blip r:embed="rId1"/>
          <a:srcRect r="30252"/>
          <a:stretch>
            <a:fillRect/>
          </a:stretch>
        </p:blipFill>
        <p:spPr>
          <a:xfrm>
            <a:off x="4182505" y="1788528"/>
            <a:ext cx="3773347" cy="4398214"/>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9.</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密码更改策略</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 name="图片 7"/>
          <p:cNvPicPr>
            <a:picLocks noChangeAspect="1"/>
          </p:cNvPicPr>
          <p:nvPr/>
        </p:nvPicPr>
        <p:blipFill>
          <a:blip r:embed="rId1"/>
          <a:stretch>
            <a:fillRect/>
          </a:stretch>
        </p:blipFill>
        <p:spPr>
          <a:xfrm>
            <a:off x="441515" y="2752191"/>
            <a:ext cx="11291408" cy="3373097"/>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密码复杂度策略</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4027989" y="1611613"/>
            <a:ext cx="7014257" cy="4575129"/>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11.</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数据库审计策略</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 name="图片 7"/>
          <p:cNvPicPr>
            <a:picLocks noChangeAspect="1"/>
          </p:cNvPicPr>
          <p:nvPr/>
        </p:nvPicPr>
        <p:blipFill>
          <a:blip r:embed="rId1"/>
          <a:stretch>
            <a:fillRect/>
          </a:stretch>
        </p:blipFill>
        <p:spPr>
          <a:xfrm>
            <a:off x="2187612" y="2699116"/>
            <a:ext cx="7798501" cy="3603373"/>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12.</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设置监听器密码</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888285" y="2679882"/>
            <a:ext cx="10359643" cy="3713388"/>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13.</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使用数据库角色（</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ROLE</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）来管理对象的权限</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 name="图片 7"/>
          <p:cNvPicPr>
            <a:picLocks noChangeAspect="1"/>
          </p:cNvPicPr>
          <p:nvPr/>
        </p:nvPicPr>
        <p:blipFill>
          <a:blip r:embed="rId1"/>
          <a:stretch>
            <a:fillRect/>
          </a:stretch>
        </p:blipFill>
        <p:spPr>
          <a:xfrm>
            <a:off x="1709220" y="2816905"/>
            <a:ext cx="8757089" cy="3508733"/>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14.</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连接超时设置</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2395958" y="2867322"/>
            <a:ext cx="7357273" cy="3162939"/>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15.</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安全补丁</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 name="图片 7"/>
          <p:cNvPicPr>
            <a:picLocks noChangeAspect="1"/>
          </p:cNvPicPr>
          <p:nvPr/>
        </p:nvPicPr>
        <p:blipFill>
          <a:blip r:embed="rId1"/>
          <a:stretch>
            <a:fillRect/>
          </a:stretch>
        </p:blipFill>
        <p:spPr>
          <a:xfrm>
            <a:off x="1888835" y="2872122"/>
            <a:ext cx="8382580" cy="2712908"/>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16.</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可信</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地址访问控制</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3571128" y="2755465"/>
            <a:ext cx="6486524" cy="3431277"/>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17.</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资源控制</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 name="图片 7"/>
          <p:cNvPicPr>
            <a:picLocks noChangeAspect="1"/>
          </p:cNvPicPr>
          <p:nvPr/>
        </p:nvPicPr>
        <p:blipFill>
          <a:blip r:embed="rId1"/>
          <a:stretch>
            <a:fillRect/>
          </a:stretch>
        </p:blipFill>
        <p:spPr>
          <a:xfrm>
            <a:off x="528964" y="2905557"/>
            <a:ext cx="11102321" cy="2356989"/>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fld>
            <a:endParaRPr lang="zh-CN" altLang="en-US"/>
          </a:p>
        </p:txBody>
      </p:sp>
      <p:sp>
        <p:nvSpPr>
          <p:cNvPr id="6" name="矩形 5"/>
          <p:cNvSpPr/>
          <p:nvPr/>
        </p:nvSpPr>
        <p:spPr>
          <a:xfrm>
            <a:off x="920348" y="2025494"/>
            <a:ext cx="11105747" cy="458715"/>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18.</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重要信息资源设置敏感标记</a:t>
            </a:r>
            <a:endPar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Redis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81415" y="1482979"/>
            <a:ext cx="1415772" cy="461665"/>
          </a:xfrm>
          <a:prstGeom prst="rect">
            <a:avLst/>
          </a:prstGeom>
        </p:spPr>
        <p:txBody>
          <a:bodyPr wrap="none">
            <a:spAutoFit/>
          </a:bodyPr>
          <a:lstStyle/>
          <a:p>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修复方案</a:t>
            </a:r>
            <a:endParaRPr lang="zh-CN" altLang="en-US" sz="240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2342128" y="2750255"/>
            <a:ext cx="7478044" cy="3514526"/>
          </a:xfrm>
          <a:prstGeom prst="rect">
            <a:avLst/>
          </a:prstGeom>
        </p:spPr>
      </p:pic>
    </p:spTree>
  </p:cSld>
  <p:clrMapOvr>
    <a:masterClrMapping/>
  </p:clrMapOvr>
</p:sld>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rgbClr val="FFFFFF"/>
        </a:solidFill>
        <a:ln>
          <a:noFill/>
        </a:ln>
      </a:spPr>
      <a:bodyPr vert="horz" wrap="square" lIns="0" tIns="0" rIns="0" bIns="0" numCol="1" anchor="ctr"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sz="240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10375</Words>
  <Application>WPS 文字</Application>
  <PresentationFormat>自定义</PresentationFormat>
  <Paragraphs>672</Paragraphs>
  <Slides>64</Slides>
  <Notes>31</Notes>
  <HiddenSlides>0</HiddenSlides>
  <MMClips>0</MMClips>
  <ScaleCrop>false</ScaleCrop>
  <HeadingPairs>
    <vt:vector size="6" baseType="variant">
      <vt:variant>
        <vt:lpstr>已用的字体</vt:lpstr>
      </vt:variant>
      <vt:variant>
        <vt:i4>21</vt:i4>
      </vt:variant>
      <vt:variant>
        <vt:lpstr>主题</vt:lpstr>
      </vt:variant>
      <vt:variant>
        <vt:i4>3</vt:i4>
      </vt:variant>
      <vt:variant>
        <vt:lpstr>幻灯片标题</vt:lpstr>
      </vt:variant>
      <vt:variant>
        <vt:i4>64</vt:i4>
      </vt:variant>
    </vt:vector>
  </HeadingPairs>
  <TitlesOfParts>
    <vt:vector size="88" baseType="lpstr">
      <vt:lpstr>Arial</vt:lpstr>
      <vt:lpstr>方正书宋_GBK</vt:lpstr>
      <vt:lpstr>Wingdings</vt:lpstr>
      <vt:lpstr>Times New Roman</vt:lpstr>
      <vt:lpstr>微软雅黑</vt:lpstr>
      <vt:lpstr>汉仪旗黑</vt:lpstr>
      <vt:lpstr>黑体</vt:lpstr>
      <vt:lpstr>汉仪中黑KW</vt:lpstr>
      <vt:lpstr>Roboto</vt:lpstr>
      <vt:lpstr>Consolas</vt:lpstr>
      <vt:lpstr>宋体</vt:lpstr>
      <vt:lpstr>Arial Unicode MS</vt:lpstr>
      <vt:lpstr>汉仪书宋二KW</vt:lpstr>
      <vt:lpstr>Calibri Light</vt:lpstr>
      <vt:lpstr>Helvetica Neue</vt:lpstr>
      <vt:lpstr>Calibri</vt:lpstr>
      <vt:lpstr>等线</vt:lpstr>
      <vt:lpstr>汉仪中等线KW</vt:lpstr>
      <vt:lpstr>Apple SD Gothic Neo</vt:lpstr>
      <vt:lpstr>苹方-简</vt:lpstr>
      <vt:lpstr>等线 Light</vt:lpstr>
      <vt:lpstr>自定义设计方案</vt:lpstr>
      <vt:lpstr>1_自定义设计方案</vt:lpstr>
      <vt:lpstr>Office 主题​​</vt:lpstr>
      <vt:lpstr>提纲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solarain</dc:creator>
  <cp:lastModifiedBy>huqianwei</cp:lastModifiedBy>
  <cp:revision>521</cp:revision>
  <cp:lastPrinted>2021-03-08T09:48:57Z</cp:lastPrinted>
  <dcterms:created xsi:type="dcterms:W3CDTF">2021-03-08T09:48:57Z</dcterms:created>
  <dcterms:modified xsi:type="dcterms:W3CDTF">2021-03-08T09:48:57Z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2052-3.3.1.5149</vt:lpwstr>
  </property>
</Properties>
</file>