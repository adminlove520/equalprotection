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bookmarkIdSeed="5">
  <p:sldMasterIdLst>
    <p:sldMasterId id="2147483648" r:id="rId1"/>
    <p:sldMasterId id="2147483660" r:id="rId2"/>
    <p:sldMasterId id="2147483672" r:id="rId3"/>
    <p:sldMasterId id="2147483684" r:id="rId4"/>
  </p:sldMasterIdLst>
  <p:notesMasterIdLst>
    <p:notesMasterId r:id="rId44"/>
  </p:notesMasterIdLst>
  <p:handoutMasterIdLst>
    <p:handoutMasterId r:id="rId45"/>
  </p:handoutMasterIdLst>
  <p:sldIdLst>
    <p:sldId id="256" r:id="rId5"/>
    <p:sldId id="287" r:id="rId6"/>
    <p:sldId id="506" r:id="rId7"/>
    <p:sldId id="457" r:id="rId8"/>
    <p:sldId id="507" r:id="rId9"/>
    <p:sldId id="508" r:id="rId10"/>
    <p:sldId id="509" r:id="rId11"/>
    <p:sldId id="510" r:id="rId12"/>
    <p:sldId id="511" r:id="rId13"/>
    <p:sldId id="512" r:id="rId14"/>
    <p:sldId id="513" r:id="rId15"/>
    <p:sldId id="514" r:id="rId16"/>
    <p:sldId id="515" r:id="rId17"/>
    <p:sldId id="516" r:id="rId18"/>
    <p:sldId id="517" r:id="rId19"/>
    <p:sldId id="518" r:id="rId20"/>
    <p:sldId id="519" r:id="rId21"/>
    <p:sldId id="520" r:id="rId22"/>
    <p:sldId id="521" r:id="rId23"/>
    <p:sldId id="522" r:id="rId24"/>
    <p:sldId id="523" r:id="rId25"/>
    <p:sldId id="524" r:id="rId26"/>
    <p:sldId id="525" r:id="rId27"/>
    <p:sldId id="526" r:id="rId28"/>
    <p:sldId id="527" r:id="rId29"/>
    <p:sldId id="528" r:id="rId30"/>
    <p:sldId id="529" r:id="rId31"/>
    <p:sldId id="530" r:id="rId32"/>
    <p:sldId id="531" r:id="rId33"/>
    <p:sldId id="532" r:id="rId34"/>
    <p:sldId id="533" r:id="rId35"/>
    <p:sldId id="534" r:id="rId36"/>
    <p:sldId id="535" r:id="rId37"/>
    <p:sldId id="536" r:id="rId38"/>
    <p:sldId id="537" r:id="rId39"/>
    <p:sldId id="538" r:id="rId40"/>
    <p:sldId id="539" r:id="rId41"/>
    <p:sldId id="540" r:id="rId42"/>
    <p:sldId id="342" r:id="rId43"/>
  </p:sldIdLst>
  <p:sldSz cx="12160250" cy="6840538"/>
  <p:notesSz cx="7099300" cy="10234613"/>
  <p:custDataLst>
    <p:tags r:id="rId46"/>
  </p:custDataLst>
  <p:defaultTextStyle>
    <a:defPPr>
      <a:defRPr lang="zh-CN"/>
    </a:defPPr>
    <a:lvl1pPr marL="0" algn="l" defTabSz="812165" rtl="0" eaLnBrk="1" latinLnBrk="0" hangingPunct="1">
      <a:defRPr sz="1600" kern="1200">
        <a:solidFill>
          <a:schemeClr val="tx1"/>
        </a:solidFill>
        <a:latin typeface="+mn-lt"/>
        <a:ea typeface="+mn-ea"/>
        <a:cs typeface="+mn-cs"/>
      </a:defRPr>
    </a:lvl1pPr>
    <a:lvl2pPr marL="406400" algn="l" defTabSz="812165" rtl="0" eaLnBrk="1" latinLnBrk="0" hangingPunct="1">
      <a:defRPr sz="1600" kern="1200">
        <a:solidFill>
          <a:schemeClr val="tx1"/>
        </a:solidFill>
        <a:latin typeface="+mn-lt"/>
        <a:ea typeface="+mn-ea"/>
        <a:cs typeface="+mn-cs"/>
      </a:defRPr>
    </a:lvl2pPr>
    <a:lvl3pPr marL="812165" algn="l" defTabSz="812165" rtl="0" eaLnBrk="1" latinLnBrk="0" hangingPunct="1">
      <a:defRPr sz="1600" kern="1200">
        <a:solidFill>
          <a:schemeClr val="tx1"/>
        </a:solidFill>
        <a:latin typeface="+mn-lt"/>
        <a:ea typeface="+mn-ea"/>
        <a:cs typeface="+mn-cs"/>
      </a:defRPr>
    </a:lvl3pPr>
    <a:lvl4pPr marL="1218565" algn="l" defTabSz="812165" rtl="0" eaLnBrk="1" latinLnBrk="0" hangingPunct="1">
      <a:defRPr sz="1600" kern="1200">
        <a:solidFill>
          <a:schemeClr val="tx1"/>
        </a:solidFill>
        <a:latin typeface="+mn-lt"/>
        <a:ea typeface="+mn-ea"/>
        <a:cs typeface="+mn-cs"/>
      </a:defRPr>
    </a:lvl4pPr>
    <a:lvl5pPr marL="1624330" algn="l" defTabSz="812165" rtl="0" eaLnBrk="1" latinLnBrk="0" hangingPunct="1">
      <a:defRPr sz="1600" kern="1200">
        <a:solidFill>
          <a:schemeClr val="tx1"/>
        </a:solidFill>
        <a:latin typeface="+mn-lt"/>
        <a:ea typeface="+mn-ea"/>
        <a:cs typeface="+mn-cs"/>
      </a:defRPr>
    </a:lvl5pPr>
    <a:lvl6pPr marL="2030730" algn="l" defTabSz="812165" rtl="0" eaLnBrk="1" latinLnBrk="0" hangingPunct="1">
      <a:defRPr sz="1600" kern="1200">
        <a:solidFill>
          <a:schemeClr val="tx1"/>
        </a:solidFill>
        <a:latin typeface="+mn-lt"/>
        <a:ea typeface="+mn-ea"/>
        <a:cs typeface="+mn-cs"/>
      </a:defRPr>
    </a:lvl6pPr>
    <a:lvl7pPr marL="2436495" algn="l" defTabSz="812165" rtl="0" eaLnBrk="1" latinLnBrk="0" hangingPunct="1">
      <a:defRPr sz="1600" kern="1200">
        <a:solidFill>
          <a:schemeClr val="tx1"/>
        </a:solidFill>
        <a:latin typeface="+mn-lt"/>
        <a:ea typeface="+mn-ea"/>
        <a:cs typeface="+mn-cs"/>
      </a:defRPr>
    </a:lvl7pPr>
    <a:lvl8pPr marL="2842895" algn="l" defTabSz="812165" rtl="0" eaLnBrk="1" latinLnBrk="0" hangingPunct="1">
      <a:defRPr sz="1600" kern="1200">
        <a:solidFill>
          <a:schemeClr val="tx1"/>
        </a:solidFill>
        <a:latin typeface="+mn-lt"/>
        <a:ea typeface="+mn-ea"/>
        <a:cs typeface="+mn-cs"/>
      </a:defRPr>
    </a:lvl8pPr>
    <a:lvl9pPr marL="3248660" algn="l" defTabSz="812165" rtl="0" eaLnBrk="1" latinLnBrk="0" hangingPunct="1">
      <a:defRPr sz="1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16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6" autoAdjust="0"/>
    <p:restoredTop sz="82628" autoAdjust="0"/>
  </p:normalViewPr>
  <p:slideViewPr>
    <p:cSldViewPr snapToGrid="0">
      <p:cViewPr varScale="1">
        <p:scale>
          <a:sx n="94" d="100"/>
          <a:sy n="94" d="100"/>
        </p:scale>
        <p:origin x="1296" y="184"/>
      </p:cViewPr>
      <p:guideLst/>
    </p:cSldViewPr>
  </p:slideViewPr>
  <p:notesTextViewPr>
    <p:cViewPr>
      <p:scale>
        <a:sx n="1" d="1"/>
        <a:sy n="1" d="1"/>
      </p:scale>
      <p:origin x="0" y="0"/>
    </p:cViewPr>
  </p:notesTextViewPr>
  <p:notesViewPr>
    <p:cSldViewPr snapToGrid="0">
      <p:cViewPr varScale="1">
        <p:scale>
          <a:sx n="88" d="100"/>
          <a:sy n="88" d="100"/>
        </p:scale>
        <p:origin x="382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slideMaster" Target="slideMasters/slideMaster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38" tIns="49520" rIns="99038" bIns="49520" rtlCol="0"/>
          <a:lstStyle>
            <a:lvl1pPr algn="l">
              <a:defRPr sz="1300"/>
            </a:lvl1pPr>
          </a:lstStyle>
          <a:p>
            <a:endParaRPr lang="zh-CN" altLang="en-US"/>
          </a:p>
        </p:txBody>
      </p:sp>
      <p:sp>
        <p:nvSpPr>
          <p:cNvPr id="3" name="日期占位符 2"/>
          <p:cNvSpPr>
            <a:spLocks noGrp="1"/>
          </p:cNvSpPr>
          <p:nvPr>
            <p:ph type="dt" sz="quarter" idx="1"/>
          </p:nvPr>
        </p:nvSpPr>
        <p:spPr>
          <a:xfrm>
            <a:off x="4021294" y="0"/>
            <a:ext cx="3076363" cy="513508"/>
          </a:xfrm>
          <a:prstGeom prst="rect">
            <a:avLst/>
          </a:prstGeom>
        </p:spPr>
        <p:txBody>
          <a:bodyPr vert="horz" lIns="99038" tIns="49520" rIns="99038" bIns="49520" rtlCol="0"/>
          <a:lstStyle>
            <a:lvl1pPr algn="r">
              <a:defRPr sz="1300"/>
            </a:lvl1pPr>
          </a:lstStyle>
          <a:p>
            <a:fld id="{07623F09-D065-4E38-AB1A-3FB4FA4AA8C9}" type="datetimeFigureOut">
              <a:rPr lang="zh-CN" altLang="en-US" smtClean="0"/>
              <a:t>2019/5/7</a:t>
            </a:fld>
            <a:endParaRPr lang="zh-CN" altLang="en-US"/>
          </a:p>
        </p:txBody>
      </p:sp>
      <p:sp>
        <p:nvSpPr>
          <p:cNvPr id="4" name="页脚占位符 3"/>
          <p:cNvSpPr>
            <a:spLocks noGrp="1"/>
          </p:cNvSpPr>
          <p:nvPr>
            <p:ph type="ftr" sz="quarter" idx="2"/>
          </p:nvPr>
        </p:nvSpPr>
        <p:spPr>
          <a:xfrm>
            <a:off x="0" y="9721108"/>
            <a:ext cx="3076363" cy="513507"/>
          </a:xfrm>
          <a:prstGeom prst="rect">
            <a:avLst/>
          </a:prstGeom>
        </p:spPr>
        <p:txBody>
          <a:bodyPr vert="horz" lIns="99038" tIns="49520" rIns="99038" bIns="49520"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4" y="9721108"/>
            <a:ext cx="3076363" cy="513507"/>
          </a:xfrm>
          <a:prstGeom prst="rect">
            <a:avLst/>
          </a:prstGeom>
        </p:spPr>
        <p:txBody>
          <a:bodyPr vert="horz" lIns="99038" tIns="49520" rIns="99038" bIns="49520" rtlCol="0" anchor="b"/>
          <a:lstStyle>
            <a:lvl1pPr algn="r">
              <a:defRPr sz="1300"/>
            </a:lvl1pPr>
          </a:lstStyle>
          <a:p>
            <a:fld id="{1FAD41F6-F6CE-46BA-83E0-8AB173E84BEE}"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508"/>
          </a:xfrm>
          <a:prstGeom prst="rect">
            <a:avLst/>
          </a:prstGeom>
        </p:spPr>
        <p:txBody>
          <a:bodyPr vert="horz" lIns="99038" tIns="49520" rIns="99038" bIns="49520" rtlCol="0"/>
          <a:lstStyle>
            <a:lvl1pPr algn="l">
              <a:defRPr sz="1300"/>
            </a:lvl1pPr>
          </a:lstStyle>
          <a:p>
            <a:endParaRPr lang="zh-CN" altLang="en-US"/>
          </a:p>
        </p:txBody>
      </p:sp>
      <p:sp>
        <p:nvSpPr>
          <p:cNvPr id="3" name="日期占位符 2"/>
          <p:cNvSpPr>
            <a:spLocks noGrp="1"/>
          </p:cNvSpPr>
          <p:nvPr>
            <p:ph type="dt" idx="1"/>
          </p:nvPr>
        </p:nvSpPr>
        <p:spPr>
          <a:xfrm>
            <a:off x="4021294" y="0"/>
            <a:ext cx="3076363" cy="513508"/>
          </a:xfrm>
          <a:prstGeom prst="rect">
            <a:avLst/>
          </a:prstGeom>
        </p:spPr>
        <p:txBody>
          <a:bodyPr vert="horz" lIns="99038" tIns="49520" rIns="99038" bIns="49520" rtlCol="0"/>
          <a:lstStyle>
            <a:lvl1pPr algn="r">
              <a:defRPr sz="1300"/>
            </a:lvl1pPr>
          </a:lstStyle>
          <a:p>
            <a:fld id="{5F86B548-28F2-417C-AA2D-E15A75470017}" type="datetimeFigureOut">
              <a:rPr lang="zh-CN" altLang="en-US" smtClean="0"/>
              <a:t>2019/5/7</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38" tIns="49520" rIns="99038" bIns="49520" rtlCol="0" anchor="ctr"/>
          <a:lstStyle/>
          <a:p>
            <a:endParaRPr lang="zh-CN" altLang="en-US"/>
          </a:p>
        </p:txBody>
      </p:sp>
      <p:sp>
        <p:nvSpPr>
          <p:cNvPr id="5" name="备注占位符 4"/>
          <p:cNvSpPr>
            <a:spLocks noGrp="1"/>
          </p:cNvSpPr>
          <p:nvPr>
            <p:ph type="body" sz="quarter" idx="3"/>
          </p:nvPr>
        </p:nvSpPr>
        <p:spPr>
          <a:xfrm>
            <a:off x="709930" y="4925407"/>
            <a:ext cx="5679440" cy="4029879"/>
          </a:xfrm>
          <a:prstGeom prst="rect">
            <a:avLst/>
          </a:prstGeom>
        </p:spPr>
        <p:txBody>
          <a:bodyPr vert="horz" lIns="99038" tIns="49520" rIns="99038" bIns="495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8"/>
            <a:ext cx="3076363" cy="513507"/>
          </a:xfrm>
          <a:prstGeom prst="rect">
            <a:avLst/>
          </a:prstGeom>
        </p:spPr>
        <p:txBody>
          <a:bodyPr vert="horz" lIns="99038" tIns="49520" rIns="99038" bIns="49520"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1294" y="9721108"/>
            <a:ext cx="3076363" cy="513507"/>
          </a:xfrm>
          <a:prstGeom prst="rect">
            <a:avLst/>
          </a:prstGeom>
        </p:spPr>
        <p:txBody>
          <a:bodyPr vert="horz" lIns="99038" tIns="49520" rIns="99038" bIns="49520" rtlCol="0" anchor="b"/>
          <a:lstStyle>
            <a:lvl1pPr algn="r">
              <a:defRPr sz="1300"/>
            </a:lvl1pPr>
          </a:lstStyle>
          <a:p>
            <a:fld id="{3258706D-830D-4329-9661-163A3FBF6340}"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812165" rtl="0" eaLnBrk="1" latinLnBrk="0" hangingPunct="1">
      <a:defRPr sz="1065" kern="1200">
        <a:solidFill>
          <a:schemeClr val="tx1"/>
        </a:solidFill>
        <a:latin typeface="+mn-lt"/>
        <a:ea typeface="+mn-ea"/>
        <a:cs typeface="+mn-cs"/>
      </a:defRPr>
    </a:lvl1pPr>
    <a:lvl2pPr marL="406400" algn="l" defTabSz="812165" rtl="0" eaLnBrk="1" latinLnBrk="0" hangingPunct="1">
      <a:defRPr sz="1065" kern="1200">
        <a:solidFill>
          <a:schemeClr val="tx1"/>
        </a:solidFill>
        <a:latin typeface="+mn-lt"/>
        <a:ea typeface="+mn-ea"/>
        <a:cs typeface="+mn-cs"/>
      </a:defRPr>
    </a:lvl2pPr>
    <a:lvl3pPr marL="812165" algn="l" defTabSz="812165" rtl="0" eaLnBrk="1" latinLnBrk="0" hangingPunct="1">
      <a:defRPr sz="1065" kern="1200">
        <a:solidFill>
          <a:schemeClr val="tx1"/>
        </a:solidFill>
        <a:latin typeface="+mn-lt"/>
        <a:ea typeface="+mn-ea"/>
        <a:cs typeface="+mn-cs"/>
      </a:defRPr>
    </a:lvl3pPr>
    <a:lvl4pPr marL="1218565" algn="l" defTabSz="812165" rtl="0" eaLnBrk="1" latinLnBrk="0" hangingPunct="1">
      <a:defRPr sz="1065" kern="1200">
        <a:solidFill>
          <a:schemeClr val="tx1"/>
        </a:solidFill>
        <a:latin typeface="+mn-lt"/>
        <a:ea typeface="+mn-ea"/>
        <a:cs typeface="+mn-cs"/>
      </a:defRPr>
    </a:lvl4pPr>
    <a:lvl5pPr marL="1624330" algn="l" defTabSz="812165" rtl="0" eaLnBrk="1" latinLnBrk="0" hangingPunct="1">
      <a:defRPr sz="1065" kern="1200">
        <a:solidFill>
          <a:schemeClr val="tx1"/>
        </a:solidFill>
        <a:latin typeface="+mn-lt"/>
        <a:ea typeface="+mn-ea"/>
        <a:cs typeface="+mn-cs"/>
      </a:defRPr>
    </a:lvl5pPr>
    <a:lvl6pPr marL="2030730" algn="l" defTabSz="812165" rtl="0" eaLnBrk="1" latinLnBrk="0" hangingPunct="1">
      <a:defRPr sz="1065" kern="1200">
        <a:solidFill>
          <a:schemeClr val="tx1"/>
        </a:solidFill>
        <a:latin typeface="+mn-lt"/>
        <a:ea typeface="+mn-ea"/>
        <a:cs typeface="+mn-cs"/>
      </a:defRPr>
    </a:lvl6pPr>
    <a:lvl7pPr marL="2436495" algn="l" defTabSz="812165" rtl="0" eaLnBrk="1" latinLnBrk="0" hangingPunct="1">
      <a:defRPr sz="1065" kern="1200">
        <a:solidFill>
          <a:schemeClr val="tx1"/>
        </a:solidFill>
        <a:latin typeface="+mn-lt"/>
        <a:ea typeface="+mn-ea"/>
        <a:cs typeface="+mn-cs"/>
      </a:defRPr>
    </a:lvl7pPr>
    <a:lvl8pPr marL="2842895" algn="l" defTabSz="812165" rtl="0" eaLnBrk="1" latinLnBrk="0" hangingPunct="1">
      <a:defRPr sz="1065" kern="1200">
        <a:solidFill>
          <a:schemeClr val="tx1"/>
        </a:solidFill>
        <a:latin typeface="+mn-lt"/>
        <a:ea typeface="+mn-ea"/>
        <a:cs typeface="+mn-cs"/>
      </a:defRPr>
    </a:lvl8pPr>
    <a:lvl9pPr marL="3248660" algn="l" defTabSz="812165" rtl="0" eaLnBrk="1" latinLnBrk="0" hangingPunct="1">
      <a:defRPr sz="106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t>0</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13</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15</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t>18</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19</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22</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t>23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25</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26</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58706D-830D-4329-9661-163A3FBF6340}" type="slidenum">
              <a:rPr lang="zh-CN" altLang="en-US" smtClean="0"/>
              <a:t>27</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28</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29</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30</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31</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32</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33</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34</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35</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36</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258706D-830D-4329-9661-163A3FBF6340}" type="slidenum">
              <a:rPr lang="zh-CN" altLang="en-US" smtClean="0"/>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0511" y="1119188"/>
            <a:ext cx="9119230" cy="238125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0511" y="3592514"/>
            <a:ext cx="9119230" cy="165258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6856" y="1820864"/>
            <a:ext cx="10486540" cy="434022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dirty="0"/>
          </a:p>
        </p:txBody>
      </p:sp>
      <p:sp>
        <p:nvSpPr>
          <p:cNvPr id="6"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29196" y="1704975"/>
            <a:ext cx="10488454" cy="2846388"/>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29196" y="4578351"/>
            <a:ext cx="10488454" cy="1495425"/>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6856" y="1820864"/>
            <a:ext cx="5151350" cy="434022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046" y="1820864"/>
            <a:ext cx="5151350" cy="434022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7"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8454" cy="1322387"/>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6856" y="1676400"/>
            <a:ext cx="514560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6856" y="2498726"/>
            <a:ext cx="5145604" cy="3675063"/>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56726" y="1676400"/>
            <a:ext cx="516858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56726" y="2498726"/>
            <a:ext cx="5168584" cy="3675063"/>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8" name="页脚占位符 7"/>
          <p:cNvSpPr>
            <a:spLocks noGrp="1"/>
          </p:cNvSpPr>
          <p:nvPr>
            <p:ph type="ftr" sz="quarter" idx="11"/>
          </p:nvPr>
        </p:nvSpPr>
        <p:spPr>
          <a:xfrm>
            <a:off x="4027246" y="6340475"/>
            <a:ext cx="4105760" cy="363538"/>
          </a:xfrm>
          <a:prstGeom prst="rect">
            <a:avLst/>
          </a:prstGeom>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4" name="页脚占位符 3"/>
          <p:cNvSpPr>
            <a:spLocks noGrp="1"/>
          </p:cNvSpPr>
          <p:nvPr>
            <p:ph type="ftr" sz="quarter" idx="11"/>
          </p:nvPr>
        </p:nvSpPr>
        <p:spPr>
          <a:xfrm>
            <a:off x="4027246" y="6340475"/>
            <a:ext cx="4105760" cy="363538"/>
          </a:xfrm>
          <a:prstGeom prst="rect">
            <a:avLst/>
          </a:prstGeom>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977"/>
            <a:ext cx="12160250" cy="6830587"/>
          </a:xfrm>
          <a:prstGeom prst="rect">
            <a:avLst/>
          </a:prstGeom>
        </p:spPr>
      </p:pic>
      <p:sp>
        <p:nvSpPr>
          <p:cNvPr id="3" name="Slide Number Placeholder 3"/>
          <p:cNvSpPr>
            <a:spLocks noGrp="1"/>
          </p:cNvSpPr>
          <p:nvPr>
            <p:ph type="sldNum" sz="quarter" idx="4"/>
          </p:nvPr>
        </p:nvSpPr>
        <p:spPr>
          <a:xfrm>
            <a:off x="4043609" y="6393270"/>
            <a:ext cx="2736056" cy="364195"/>
          </a:xfrm>
          <a:prstGeom prst="rect">
            <a:avLst/>
          </a:prstGeom>
        </p:spPr>
        <p:txBody>
          <a:bodyPr/>
          <a:lstStyle>
            <a:lvl1pPr algn="ctr">
              <a:defRPr>
                <a:solidFill>
                  <a:srgbClr val="FF0000"/>
                </a:solidFill>
              </a:defRPr>
            </a:lvl1pPr>
          </a:lstStyle>
          <a:p>
            <a:fld id="{A6F68E66-2D7B-46EE-A45B-944EE6D475CA}"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70501" y="984251"/>
            <a:ext cx="6154810" cy="48625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70501" y="984251"/>
            <a:ext cx="6154810" cy="486251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36856" y="1820864"/>
            <a:ext cx="10486540" cy="4340225"/>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01760" y="363538"/>
            <a:ext cx="2621636" cy="57975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6856" y="363538"/>
            <a:ext cx="7681064" cy="5797550"/>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0511" y="1119188"/>
            <a:ext cx="9119230" cy="238125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0511" y="3592514"/>
            <a:ext cx="9119230" cy="165258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836856" y="1820864"/>
            <a:ext cx="10486540" cy="434022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29196" y="1704975"/>
            <a:ext cx="10488454" cy="2846388"/>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29196" y="4578351"/>
            <a:ext cx="10488454" cy="1495425"/>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836856" y="1820864"/>
            <a:ext cx="5151350" cy="434022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046" y="1820864"/>
            <a:ext cx="5151350" cy="4340225"/>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8454" cy="1322387"/>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836856" y="1676400"/>
            <a:ext cx="514560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6856" y="2498726"/>
            <a:ext cx="5145604" cy="3675063"/>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56726" y="1676400"/>
            <a:ext cx="5168584" cy="8223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56726" y="2498726"/>
            <a:ext cx="5168584" cy="3675063"/>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8" name="页脚占位符 7"/>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4" name="页脚占位符 3"/>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3" name="页脚占位符 2"/>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70501" y="984251"/>
            <a:ext cx="6154810" cy="48625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6856" y="455614"/>
            <a:ext cx="3921920" cy="1597025"/>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70501" y="984251"/>
            <a:ext cx="6154810" cy="486251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6856" y="2052638"/>
            <a:ext cx="3921920" cy="3802062"/>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6" name="页脚占位符 5"/>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6856" y="363539"/>
            <a:ext cx="10486540" cy="1322387"/>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836856" y="1820864"/>
            <a:ext cx="10486540" cy="4340225"/>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01760" y="363538"/>
            <a:ext cx="2621636" cy="57975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6856" y="363538"/>
            <a:ext cx="7681064" cy="5797550"/>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6856" y="6340475"/>
            <a:ext cx="2734620" cy="363538"/>
          </a:xfrm>
          <a:prstGeom prst="rect">
            <a:avLst/>
          </a:prstGeom>
        </p:spPr>
        <p:txBody>
          <a:bodyPr/>
          <a:lstStyle/>
          <a:p>
            <a:endParaRPr lang="zh-CN" altLang="en-US"/>
          </a:p>
        </p:txBody>
      </p:sp>
      <p:sp>
        <p:nvSpPr>
          <p:cNvPr id="5" name="页脚占位符 4"/>
          <p:cNvSpPr>
            <a:spLocks noGrp="1"/>
          </p:cNvSpPr>
          <p:nvPr>
            <p:ph type="ftr" sz="quarter" idx="11"/>
          </p:nvPr>
        </p:nvSpPr>
        <p:spPr>
          <a:xfrm>
            <a:off x="4027246" y="6340475"/>
            <a:ext cx="4105760" cy="363538"/>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588776" y="6340475"/>
            <a:ext cx="2734620" cy="363538"/>
          </a:xfrm>
          <a:prstGeom prst="rect">
            <a:avLst/>
          </a:prstGeom>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0031" y="1119505"/>
            <a:ext cx="9120188" cy="2381521"/>
          </a:xfrm>
        </p:spPr>
        <p:txBody>
          <a:bodyPr anchor="b"/>
          <a:lstStyle>
            <a:lvl1pPr algn="ctr">
              <a:defRPr sz="5985"/>
            </a:lvl1pPr>
          </a:lstStyle>
          <a:p>
            <a:r>
              <a:rPr lang="zh-CN" altLang="en-US"/>
              <a:t>单击此处编辑母版标题样式</a:t>
            </a:r>
            <a:endParaRPr lang="en-US" dirty="0"/>
          </a:p>
        </p:txBody>
      </p:sp>
      <p:sp>
        <p:nvSpPr>
          <p:cNvPr id="3" name="Subtitle 2"/>
          <p:cNvSpPr>
            <a:spLocks noGrp="1"/>
          </p:cNvSpPr>
          <p:nvPr>
            <p:ph type="subTitle" idx="1"/>
          </p:nvPr>
        </p:nvSpPr>
        <p:spPr>
          <a:xfrm>
            <a:off x="1520031" y="3592866"/>
            <a:ext cx="9120188" cy="1651546"/>
          </a:xfrm>
        </p:spPr>
        <p:txBody>
          <a:bodyPr/>
          <a:lstStyle>
            <a:lvl1pPr marL="0" indent="0" algn="ctr">
              <a:buNone/>
              <a:defRPr sz="2395"/>
            </a:lvl1pPr>
            <a:lvl2pPr marL="455930" indent="0" algn="ctr">
              <a:buNone/>
              <a:defRPr sz="1995"/>
            </a:lvl2pPr>
            <a:lvl3pPr marL="911860" indent="0" algn="ctr">
              <a:buNone/>
              <a:defRPr sz="1795"/>
            </a:lvl3pPr>
            <a:lvl4pPr marL="1367790" indent="0" algn="ctr">
              <a:buNone/>
              <a:defRPr sz="1595"/>
            </a:lvl4pPr>
            <a:lvl5pPr marL="1824355" indent="0" algn="ctr">
              <a:buNone/>
              <a:defRPr sz="1595"/>
            </a:lvl5pPr>
            <a:lvl6pPr marL="2280285" indent="0" algn="ctr">
              <a:buNone/>
              <a:defRPr sz="1595"/>
            </a:lvl6pPr>
            <a:lvl7pPr marL="2736215" indent="0" algn="ctr">
              <a:buNone/>
              <a:defRPr sz="1595"/>
            </a:lvl7pPr>
            <a:lvl8pPr marL="3192145" indent="0" algn="ctr">
              <a:buNone/>
              <a:defRPr sz="1595"/>
            </a:lvl8pPr>
            <a:lvl9pPr marL="3648075" indent="0" algn="ctr">
              <a:buNone/>
              <a:defRPr sz="1595"/>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29684" y="1705385"/>
            <a:ext cx="10488216" cy="2845473"/>
          </a:xfrm>
        </p:spPr>
        <p:txBody>
          <a:bodyPr anchor="b"/>
          <a:lstStyle>
            <a:lvl1pPr>
              <a:defRPr sz="5985"/>
            </a:lvl1pPr>
          </a:lstStyle>
          <a:p>
            <a:r>
              <a:rPr lang="zh-CN" altLang="en-US"/>
              <a:t>单击此处编辑母版标题样式</a:t>
            </a:r>
            <a:endParaRPr lang="en-US" dirty="0"/>
          </a:p>
        </p:txBody>
      </p:sp>
      <p:sp>
        <p:nvSpPr>
          <p:cNvPr id="3" name="Text Placeholder 2"/>
          <p:cNvSpPr>
            <a:spLocks noGrp="1"/>
          </p:cNvSpPr>
          <p:nvPr>
            <p:ph type="body" idx="1"/>
          </p:nvPr>
        </p:nvSpPr>
        <p:spPr>
          <a:xfrm>
            <a:off x="829684" y="4577778"/>
            <a:ext cx="10488216" cy="1496367"/>
          </a:xfrm>
        </p:spPr>
        <p:txBody>
          <a:bodyPr/>
          <a:lstStyle>
            <a:lvl1pPr marL="0" indent="0">
              <a:buNone/>
              <a:defRPr sz="2395">
                <a:solidFill>
                  <a:schemeClr val="tx1">
                    <a:tint val="75000"/>
                  </a:schemeClr>
                </a:solidFill>
              </a:defRPr>
            </a:lvl1pPr>
            <a:lvl2pPr marL="455930" indent="0">
              <a:buNone/>
              <a:defRPr sz="1995">
                <a:solidFill>
                  <a:schemeClr val="tx1">
                    <a:tint val="75000"/>
                  </a:schemeClr>
                </a:solidFill>
              </a:defRPr>
            </a:lvl2pPr>
            <a:lvl3pPr marL="911860" indent="0">
              <a:buNone/>
              <a:defRPr sz="1795">
                <a:solidFill>
                  <a:schemeClr val="tx1">
                    <a:tint val="75000"/>
                  </a:schemeClr>
                </a:solidFill>
              </a:defRPr>
            </a:lvl3pPr>
            <a:lvl4pPr marL="1367790" indent="0">
              <a:buNone/>
              <a:defRPr sz="1595">
                <a:solidFill>
                  <a:schemeClr val="tx1">
                    <a:tint val="75000"/>
                  </a:schemeClr>
                </a:solidFill>
              </a:defRPr>
            </a:lvl4pPr>
            <a:lvl5pPr marL="1824355" indent="0">
              <a:buNone/>
              <a:defRPr sz="1595">
                <a:solidFill>
                  <a:schemeClr val="tx1">
                    <a:tint val="75000"/>
                  </a:schemeClr>
                </a:solidFill>
              </a:defRPr>
            </a:lvl5pPr>
            <a:lvl6pPr marL="2280285" indent="0">
              <a:buNone/>
              <a:defRPr sz="1595">
                <a:solidFill>
                  <a:schemeClr val="tx1">
                    <a:tint val="75000"/>
                  </a:schemeClr>
                </a:solidFill>
              </a:defRPr>
            </a:lvl6pPr>
            <a:lvl7pPr marL="2736215" indent="0">
              <a:buNone/>
              <a:defRPr sz="1595">
                <a:solidFill>
                  <a:schemeClr val="tx1">
                    <a:tint val="75000"/>
                  </a:schemeClr>
                </a:solidFill>
              </a:defRPr>
            </a:lvl7pPr>
            <a:lvl8pPr marL="3192145" indent="0">
              <a:buNone/>
              <a:defRPr sz="1595">
                <a:solidFill>
                  <a:schemeClr val="tx1">
                    <a:tint val="75000"/>
                  </a:schemeClr>
                </a:solidFill>
              </a:defRPr>
            </a:lvl8pPr>
            <a:lvl9pPr marL="3648075" indent="0">
              <a:buNone/>
              <a:defRPr sz="1595">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6017" y="1820976"/>
            <a:ext cx="5168106" cy="434025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56127" y="1820976"/>
            <a:ext cx="5168106" cy="434025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7601" y="364196"/>
            <a:ext cx="10488216" cy="132218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7602" y="1676882"/>
            <a:ext cx="5144355" cy="821814"/>
          </a:xfrm>
        </p:spPr>
        <p:txBody>
          <a:bodyPr anchor="b"/>
          <a:lstStyle>
            <a:lvl1pPr marL="0" indent="0">
              <a:buNone/>
              <a:defRPr sz="2395" b="1"/>
            </a:lvl1pPr>
            <a:lvl2pPr marL="455930" indent="0">
              <a:buNone/>
              <a:defRPr sz="1995" b="1"/>
            </a:lvl2pPr>
            <a:lvl3pPr marL="911860" indent="0">
              <a:buNone/>
              <a:defRPr sz="1795" b="1"/>
            </a:lvl3pPr>
            <a:lvl4pPr marL="1367790"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zh-CN" altLang="en-US"/>
              <a:t>单击此处编辑母版文本样式</a:t>
            </a:r>
          </a:p>
        </p:txBody>
      </p:sp>
      <p:sp>
        <p:nvSpPr>
          <p:cNvPr id="4" name="Content Placeholder 3"/>
          <p:cNvSpPr>
            <a:spLocks noGrp="1"/>
          </p:cNvSpPr>
          <p:nvPr>
            <p:ph sz="half" idx="2"/>
          </p:nvPr>
        </p:nvSpPr>
        <p:spPr>
          <a:xfrm>
            <a:off x="837602" y="2498697"/>
            <a:ext cx="5144355" cy="367520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56127" y="1676882"/>
            <a:ext cx="5169690" cy="821814"/>
          </a:xfrm>
        </p:spPr>
        <p:txBody>
          <a:bodyPr anchor="b"/>
          <a:lstStyle>
            <a:lvl1pPr marL="0" indent="0">
              <a:buNone/>
              <a:defRPr sz="2395" b="1"/>
            </a:lvl1pPr>
            <a:lvl2pPr marL="455930" indent="0">
              <a:buNone/>
              <a:defRPr sz="1995" b="1"/>
            </a:lvl2pPr>
            <a:lvl3pPr marL="911860" indent="0">
              <a:buNone/>
              <a:defRPr sz="1795" b="1"/>
            </a:lvl3pPr>
            <a:lvl4pPr marL="1367790"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zh-CN" altLang="en-US"/>
              <a:t>单击此处编辑母版文本样式</a:t>
            </a:r>
          </a:p>
        </p:txBody>
      </p:sp>
      <p:sp>
        <p:nvSpPr>
          <p:cNvPr id="6" name="Content Placeholder 5"/>
          <p:cNvSpPr>
            <a:spLocks noGrp="1"/>
          </p:cNvSpPr>
          <p:nvPr>
            <p:ph sz="quarter" idx="4"/>
          </p:nvPr>
        </p:nvSpPr>
        <p:spPr>
          <a:xfrm>
            <a:off x="6156127" y="2498697"/>
            <a:ext cx="5169690" cy="367520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7601" y="456036"/>
            <a:ext cx="3921997" cy="1596126"/>
          </a:xfrm>
        </p:spPr>
        <p:txBody>
          <a:bodyPr anchor="b"/>
          <a:lstStyle>
            <a:lvl1pPr>
              <a:defRPr sz="3190"/>
            </a:lvl1pPr>
          </a:lstStyle>
          <a:p>
            <a:r>
              <a:rPr lang="zh-CN" altLang="en-US"/>
              <a:t>单击此处编辑母版标题样式</a:t>
            </a:r>
            <a:endParaRPr lang="en-US" dirty="0"/>
          </a:p>
        </p:txBody>
      </p:sp>
      <p:sp>
        <p:nvSpPr>
          <p:cNvPr id="3" name="Content Placeholder 2"/>
          <p:cNvSpPr>
            <a:spLocks noGrp="1"/>
          </p:cNvSpPr>
          <p:nvPr>
            <p:ph idx="1"/>
          </p:nvPr>
        </p:nvSpPr>
        <p:spPr>
          <a:xfrm>
            <a:off x="5169690" y="984911"/>
            <a:ext cx="6156127" cy="4861216"/>
          </a:xfrm>
        </p:spPr>
        <p:txBody>
          <a:bodyPr/>
          <a:lstStyle>
            <a:lvl1pPr>
              <a:defRPr sz="3190"/>
            </a:lvl1pPr>
            <a:lvl2pPr>
              <a:defRPr sz="2795"/>
            </a:lvl2pPr>
            <a:lvl3pPr>
              <a:defRPr sz="2395"/>
            </a:lvl3pPr>
            <a:lvl4pPr>
              <a:defRPr sz="1995"/>
            </a:lvl4pPr>
            <a:lvl5pPr>
              <a:defRPr sz="1995"/>
            </a:lvl5pPr>
            <a:lvl6pPr>
              <a:defRPr sz="1995"/>
            </a:lvl6pPr>
            <a:lvl7pPr>
              <a:defRPr sz="1995"/>
            </a:lvl7pPr>
            <a:lvl8pPr>
              <a:defRPr sz="1995"/>
            </a:lvl8pPr>
            <a:lvl9pPr>
              <a:defRPr sz="199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7601" y="2052161"/>
            <a:ext cx="3921997" cy="3801883"/>
          </a:xfrm>
        </p:spPr>
        <p:txBody>
          <a:bodyPr/>
          <a:lstStyle>
            <a:lvl1pPr marL="0" indent="0">
              <a:buNone/>
              <a:defRPr sz="1595"/>
            </a:lvl1pPr>
            <a:lvl2pPr marL="455930" indent="0">
              <a:buNone/>
              <a:defRPr sz="1395"/>
            </a:lvl2pPr>
            <a:lvl3pPr marL="911860" indent="0">
              <a:buNone/>
              <a:defRPr sz="1195"/>
            </a:lvl3pPr>
            <a:lvl4pPr marL="1367790" indent="0">
              <a:buNone/>
              <a:defRPr sz="995"/>
            </a:lvl4pPr>
            <a:lvl5pPr marL="1824355" indent="0">
              <a:buNone/>
              <a:defRPr sz="995"/>
            </a:lvl5pPr>
            <a:lvl6pPr marL="2280285" indent="0">
              <a:buNone/>
              <a:defRPr sz="995"/>
            </a:lvl6pPr>
            <a:lvl7pPr marL="2736215" indent="0">
              <a:buNone/>
              <a:defRPr sz="995"/>
            </a:lvl7pPr>
            <a:lvl8pPr marL="3192145" indent="0">
              <a:buNone/>
              <a:defRPr sz="995"/>
            </a:lvl8pPr>
            <a:lvl9pPr marL="3648075" indent="0">
              <a:buNone/>
              <a:defRPr sz="99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7601" y="456036"/>
            <a:ext cx="3921997" cy="1596126"/>
          </a:xfrm>
        </p:spPr>
        <p:txBody>
          <a:bodyPr anchor="b"/>
          <a:lstStyle>
            <a:lvl1pPr>
              <a:defRPr sz="319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69690" y="984911"/>
            <a:ext cx="6156127" cy="4861216"/>
          </a:xfrm>
        </p:spPr>
        <p:txBody>
          <a:bodyPr anchor="t"/>
          <a:lstStyle>
            <a:lvl1pPr marL="0" indent="0">
              <a:buNone/>
              <a:defRPr sz="3190"/>
            </a:lvl1pPr>
            <a:lvl2pPr marL="455930" indent="0">
              <a:buNone/>
              <a:defRPr sz="2795"/>
            </a:lvl2pPr>
            <a:lvl3pPr marL="911860" indent="0">
              <a:buNone/>
              <a:defRPr sz="2395"/>
            </a:lvl3pPr>
            <a:lvl4pPr marL="1367790" indent="0">
              <a:buNone/>
              <a:defRPr sz="1995"/>
            </a:lvl4pPr>
            <a:lvl5pPr marL="1824355" indent="0">
              <a:buNone/>
              <a:defRPr sz="1995"/>
            </a:lvl5pPr>
            <a:lvl6pPr marL="2280285" indent="0">
              <a:buNone/>
              <a:defRPr sz="1995"/>
            </a:lvl6pPr>
            <a:lvl7pPr marL="2736215" indent="0">
              <a:buNone/>
              <a:defRPr sz="1995"/>
            </a:lvl7pPr>
            <a:lvl8pPr marL="3192145" indent="0">
              <a:buNone/>
              <a:defRPr sz="1995"/>
            </a:lvl8pPr>
            <a:lvl9pPr marL="3648075" indent="0">
              <a:buNone/>
              <a:defRPr sz="1995"/>
            </a:lvl9pPr>
          </a:lstStyle>
          <a:p>
            <a:r>
              <a:rPr lang="zh-CN" altLang="en-US"/>
              <a:t>单击图标添加图片</a:t>
            </a:r>
            <a:endParaRPr lang="en-US" dirty="0"/>
          </a:p>
        </p:txBody>
      </p:sp>
      <p:sp>
        <p:nvSpPr>
          <p:cNvPr id="4" name="Text Placeholder 3"/>
          <p:cNvSpPr>
            <a:spLocks noGrp="1"/>
          </p:cNvSpPr>
          <p:nvPr>
            <p:ph type="body" sz="half" idx="2"/>
          </p:nvPr>
        </p:nvSpPr>
        <p:spPr>
          <a:xfrm>
            <a:off x="837601" y="2052161"/>
            <a:ext cx="3921997" cy="3801883"/>
          </a:xfrm>
        </p:spPr>
        <p:txBody>
          <a:bodyPr/>
          <a:lstStyle>
            <a:lvl1pPr marL="0" indent="0">
              <a:buNone/>
              <a:defRPr sz="1595"/>
            </a:lvl1pPr>
            <a:lvl2pPr marL="455930" indent="0">
              <a:buNone/>
              <a:defRPr sz="1395"/>
            </a:lvl2pPr>
            <a:lvl3pPr marL="911860" indent="0">
              <a:buNone/>
              <a:defRPr sz="1195"/>
            </a:lvl3pPr>
            <a:lvl4pPr marL="1367790" indent="0">
              <a:buNone/>
              <a:defRPr sz="995"/>
            </a:lvl4pPr>
            <a:lvl5pPr marL="1824355" indent="0">
              <a:buNone/>
              <a:defRPr sz="995"/>
            </a:lvl5pPr>
            <a:lvl6pPr marL="2280285" indent="0">
              <a:buNone/>
              <a:defRPr sz="995"/>
            </a:lvl6pPr>
            <a:lvl7pPr marL="2736215" indent="0">
              <a:buNone/>
              <a:defRPr sz="995"/>
            </a:lvl7pPr>
            <a:lvl8pPr marL="3192145" indent="0">
              <a:buNone/>
              <a:defRPr sz="995"/>
            </a:lvl8pPr>
            <a:lvl9pPr marL="3648075" indent="0">
              <a:buNone/>
              <a:defRPr sz="99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6F68E66-2D7B-46EE-A45B-944EE6D475CA}"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2179" y="364195"/>
            <a:ext cx="2622054" cy="579704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6017" y="364195"/>
            <a:ext cx="7714159" cy="579704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0031" y="1119505"/>
            <a:ext cx="9120188" cy="2381521"/>
          </a:xfrm>
        </p:spPr>
        <p:txBody>
          <a:bodyPr anchor="b"/>
          <a:lstStyle>
            <a:lvl1pPr algn="ctr">
              <a:defRPr sz="5985"/>
            </a:lvl1pPr>
          </a:lstStyle>
          <a:p>
            <a:r>
              <a:rPr lang="zh-CN" altLang="en-US"/>
              <a:t>单击此处编辑母版标题样式</a:t>
            </a:r>
            <a:endParaRPr lang="en-US" dirty="0"/>
          </a:p>
        </p:txBody>
      </p:sp>
      <p:sp>
        <p:nvSpPr>
          <p:cNvPr id="3" name="Subtitle 2"/>
          <p:cNvSpPr>
            <a:spLocks noGrp="1"/>
          </p:cNvSpPr>
          <p:nvPr>
            <p:ph type="subTitle" idx="1"/>
          </p:nvPr>
        </p:nvSpPr>
        <p:spPr>
          <a:xfrm>
            <a:off x="1520031" y="3592866"/>
            <a:ext cx="9120188" cy="1651546"/>
          </a:xfrm>
        </p:spPr>
        <p:txBody>
          <a:bodyPr/>
          <a:lstStyle>
            <a:lvl1pPr marL="0" indent="0" algn="ctr">
              <a:buNone/>
              <a:defRPr sz="2395"/>
            </a:lvl1pPr>
            <a:lvl2pPr marL="455930" indent="0" algn="ctr">
              <a:buNone/>
              <a:defRPr sz="1995"/>
            </a:lvl2pPr>
            <a:lvl3pPr marL="911860" indent="0" algn="ctr">
              <a:buNone/>
              <a:defRPr sz="1795"/>
            </a:lvl3pPr>
            <a:lvl4pPr marL="1367790" indent="0" algn="ctr">
              <a:buNone/>
              <a:defRPr sz="1595"/>
            </a:lvl4pPr>
            <a:lvl5pPr marL="1824355" indent="0" algn="ctr">
              <a:buNone/>
              <a:defRPr sz="1595"/>
            </a:lvl5pPr>
            <a:lvl6pPr marL="2280285" indent="0" algn="ctr">
              <a:buNone/>
              <a:defRPr sz="1595"/>
            </a:lvl6pPr>
            <a:lvl7pPr marL="2736215" indent="0" algn="ctr">
              <a:buNone/>
              <a:defRPr sz="1595"/>
            </a:lvl7pPr>
            <a:lvl8pPr marL="3192145" indent="0" algn="ctr">
              <a:buNone/>
              <a:defRPr sz="1595"/>
            </a:lvl8pPr>
            <a:lvl9pPr marL="3648075" indent="0" algn="ctr">
              <a:buNone/>
              <a:defRPr sz="1595"/>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29684" y="1705385"/>
            <a:ext cx="10488216" cy="2845473"/>
          </a:xfrm>
        </p:spPr>
        <p:txBody>
          <a:bodyPr anchor="b"/>
          <a:lstStyle>
            <a:lvl1pPr>
              <a:defRPr sz="5985"/>
            </a:lvl1pPr>
          </a:lstStyle>
          <a:p>
            <a:r>
              <a:rPr lang="zh-CN" altLang="en-US"/>
              <a:t>单击此处编辑母版标题样式</a:t>
            </a:r>
            <a:endParaRPr lang="en-US" dirty="0"/>
          </a:p>
        </p:txBody>
      </p:sp>
      <p:sp>
        <p:nvSpPr>
          <p:cNvPr id="3" name="Text Placeholder 2"/>
          <p:cNvSpPr>
            <a:spLocks noGrp="1"/>
          </p:cNvSpPr>
          <p:nvPr>
            <p:ph type="body" idx="1"/>
          </p:nvPr>
        </p:nvSpPr>
        <p:spPr>
          <a:xfrm>
            <a:off x="829684" y="4577778"/>
            <a:ext cx="10488216" cy="1496367"/>
          </a:xfrm>
        </p:spPr>
        <p:txBody>
          <a:bodyPr/>
          <a:lstStyle>
            <a:lvl1pPr marL="0" indent="0">
              <a:buNone/>
              <a:defRPr sz="2395">
                <a:solidFill>
                  <a:schemeClr val="tx1">
                    <a:tint val="75000"/>
                  </a:schemeClr>
                </a:solidFill>
              </a:defRPr>
            </a:lvl1pPr>
            <a:lvl2pPr marL="455930" indent="0">
              <a:buNone/>
              <a:defRPr sz="1995">
                <a:solidFill>
                  <a:schemeClr val="tx1">
                    <a:tint val="75000"/>
                  </a:schemeClr>
                </a:solidFill>
              </a:defRPr>
            </a:lvl2pPr>
            <a:lvl3pPr marL="911860" indent="0">
              <a:buNone/>
              <a:defRPr sz="1795">
                <a:solidFill>
                  <a:schemeClr val="tx1">
                    <a:tint val="75000"/>
                  </a:schemeClr>
                </a:solidFill>
              </a:defRPr>
            </a:lvl3pPr>
            <a:lvl4pPr marL="1367790" indent="0">
              <a:buNone/>
              <a:defRPr sz="1595">
                <a:solidFill>
                  <a:schemeClr val="tx1">
                    <a:tint val="75000"/>
                  </a:schemeClr>
                </a:solidFill>
              </a:defRPr>
            </a:lvl4pPr>
            <a:lvl5pPr marL="1824355" indent="0">
              <a:buNone/>
              <a:defRPr sz="1595">
                <a:solidFill>
                  <a:schemeClr val="tx1">
                    <a:tint val="75000"/>
                  </a:schemeClr>
                </a:solidFill>
              </a:defRPr>
            </a:lvl5pPr>
            <a:lvl6pPr marL="2280285" indent="0">
              <a:buNone/>
              <a:defRPr sz="1595">
                <a:solidFill>
                  <a:schemeClr val="tx1">
                    <a:tint val="75000"/>
                  </a:schemeClr>
                </a:solidFill>
              </a:defRPr>
            </a:lvl6pPr>
            <a:lvl7pPr marL="2736215" indent="0">
              <a:buNone/>
              <a:defRPr sz="1595">
                <a:solidFill>
                  <a:schemeClr val="tx1">
                    <a:tint val="75000"/>
                  </a:schemeClr>
                </a:solidFill>
              </a:defRPr>
            </a:lvl7pPr>
            <a:lvl8pPr marL="3192145" indent="0">
              <a:buNone/>
              <a:defRPr sz="1595">
                <a:solidFill>
                  <a:schemeClr val="tx1">
                    <a:tint val="75000"/>
                  </a:schemeClr>
                </a:solidFill>
              </a:defRPr>
            </a:lvl8pPr>
            <a:lvl9pPr marL="3648075" indent="0">
              <a:buNone/>
              <a:defRPr sz="1595">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6017" y="1820976"/>
            <a:ext cx="5168106" cy="434025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56127" y="1820976"/>
            <a:ext cx="5168106" cy="434025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7601" y="364196"/>
            <a:ext cx="10488216" cy="132218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7602" y="1676882"/>
            <a:ext cx="5144355" cy="821814"/>
          </a:xfrm>
        </p:spPr>
        <p:txBody>
          <a:bodyPr anchor="b"/>
          <a:lstStyle>
            <a:lvl1pPr marL="0" indent="0">
              <a:buNone/>
              <a:defRPr sz="2395" b="1"/>
            </a:lvl1pPr>
            <a:lvl2pPr marL="455930" indent="0">
              <a:buNone/>
              <a:defRPr sz="1995" b="1"/>
            </a:lvl2pPr>
            <a:lvl3pPr marL="911860" indent="0">
              <a:buNone/>
              <a:defRPr sz="1795" b="1"/>
            </a:lvl3pPr>
            <a:lvl4pPr marL="1367790"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zh-CN" altLang="en-US"/>
              <a:t>单击此处编辑母版文本样式</a:t>
            </a:r>
          </a:p>
        </p:txBody>
      </p:sp>
      <p:sp>
        <p:nvSpPr>
          <p:cNvPr id="4" name="Content Placeholder 3"/>
          <p:cNvSpPr>
            <a:spLocks noGrp="1"/>
          </p:cNvSpPr>
          <p:nvPr>
            <p:ph sz="half" idx="2"/>
          </p:nvPr>
        </p:nvSpPr>
        <p:spPr>
          <a:xfrm>
            <a:off x="837602" y="2498697"/>
            <a:ext cx="5144355" cy="367520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56127" y="1676882"/>
            <a:ext cx="5169690" cy="821814"/>
          </a:xfrm>
        </p:spPr>
        <p:txBody>
          <a:bodyPr anchor="b"/>
          <a:lstStyle>
            <a:lvl1pPr marL="0" indent="0">
              <a:buNone/>
              <a:defRPr sz="2395" b="1"/>
            </a:lvl1pPr>
            <a:lvl2pPr marL="455930" indent="0">
              <a:buNone/>
              <a:defRPr sz="1995" b="1"/>
            </a:lvl2pPr>
            <a:lvl3pPr marL="911860" indent="0">
              <a:buNone/>
              <a:defRPr sz="1795" b="1"/>
            </a:lvl3pPr>
            <a:lvl4pPr marL="1367790" indent="0">
              <a:buNone/>
              <a:defRPr sz="1595" b="1"/>
            </a:lvl4pPr>
            <a:lvl5pPr marL="1824355" indent="0">
              <a:buNone/>
              <a:defRPr sz="1595" b="1"/>
            </a:lvl5pPr>
            <a:lvl6pPr marL="2280285" indent="0">
              <a:buNone/>
              <a:defRPr sz="1595" b="1"/>
            </a:lvl6pPr>
            <a:lvl7pPr marL="2736215" indent="0">
              <a:buNone/>
              <a:defRPr sz="1595" b="1"/>
            </a:lvl7pPr>
            <a:lvl8pPr marL="3192145" indent="0">
              <a:buNone/>
              <a:defRPr sz="1595" b="1"/>
            </a:lvl8pPr>
            <a:lvl9pPr marL="3648075" indent="0">
              <a:buNone/>
              <a:defRPr sz="1595" b="1"/>
            </a:lvl9pPr>
          </a:lstStyle>
          <a:p>
            <a:pPr lvl="0"/>
            <a:r>
              <a:rPr lang="zh-CN" altLang="en-US"/>
              <a:t>单击此处编辑母版文本样式</a:t>
            </a:r>
          </a:p>
        </p:txBody>
      </p:sp>
      <p:sp>
        <p:nvSpPr>
          <p:cNvPr id="6" name="Content Placeholder 5"/>
          <p:cNvSpPr>
            <a:spLocks noGrp="1"/>
          </p:cNvSpPr>
          <p:nvPr>
            <p:ph sz="quarter" idx="4"/>
          </p:nvPr>
        </p:nvSpPr>
        <p:spPr>
          <a:xfrm>
            <a:off x="6156127" y="2498697"/>
            <a:ext cx="5169690" cy="3675206"/>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7601" y="456036"/>
            <a:ext cx="3921997" cy="1596126"/>
          </a:xfrm>
        </p:spPr>
        <p:txBody>
          <a:bodyPr anchor="b"/>
          <a:lstStyle>
            <a:lvl1pPr>
              <a:defRPr sz="3190"/>
            </a:lvl1pPr>
          </a:lstStyle>
          <a:p>
            <a:r>
              <a:rPr lang="zh-CN" altLang="en-US"/>
              <a:t>单击此处编辑母版标题样式</a:t>
            </a:r>
            <a:endParaRPr lang="en-US" dirty="0"/>
          </a:p>
        </p:txBody>
      </p:sp>
      <p:sp>
        <p:nvSpPr>
          <p:cNvPr id="3" name="Content Placeholder 2"/>
          <p:cNvSpPr>
            <a:spLocks noGrp="1"/>
          </p:cNvSpPr>
          <p:nvPr>
            <p:ph idx="1"/>
          </p:nvPr>
        </p:nvSpPr>
        <p:spPr>
          <a:xfrm>
            <a:off x="5169690" y="984911"/>
            <a:ext cx="6156127" cy="4861216"/>
          </a:xfrm>
        </p:spPr>
        <p:txBody>
          <a:bodyPr/>
          <a:lstStyle>
            <a:lvl1pPr>
              <a:defRPr sz="3190"/>
            </a:lvl1pPr>
            <a:lvl2pPr>
              <a:defRPr sz="2795"/>
            </a:lvl2pPr>
            <a:lvl3pPr>
              <a:defRPr sz="2395"/>
            </a:lvl3pPr>
            <a:lvl4pPr>
              <a:defRPr sz="1995"/>
            </a:lvl4pPr>
            <a:lvl5pPr>
              <a:defRPr sz="1995"/>
            </a:lvl5pPr>
            <a:lvl6pPr>
              <a:defRPr sz="1995"/>
            </a:lvl6pPr>
            <a:lvl7pPr>
              <a:defRPr sz="1995"/>
            </a:lvl7pPr>
            <a:lvl8pPr>
              <a:defRPr sz="1995"/>
            </a:lvl8pPr>
            <a:lvl9pPr>
              <a:defRPr sz="1995"/>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7601" y="2052161"/>
            <a:ext cx="3921997" cy="3801883"/>
          </a:xfrm>
        </p:spPr>
        <p:txBody>
          <a:bodyPr/>
          <a:lstStyle>
            <a:lvl1pPr marL="0" indent="0">
              <a:buNone/>
              <a:defRPr sz="1595"/>
            </a:lvl1pPr>
            <a:lvl2pPr marL="455930" indent="0">
              <a:buNone/>
              <a:defRPr sz="1395"/>
            </a:lvl2pPr>
            <a:lvl3pPr marL="911860" indent="0">
              <a:buNone/>
              <a:defRPr sz="1195"/>
            </a:lvl3pPr>
            <a:lvl4pPr marL="1367790" indent="0">
              <a:buNone/>
              <a:defRPr sz="995"/>
            </a:lvl4pPr>
            <a:lvl5pPr marL="1824355" indent="0">
              <a:buNone/>
              <a:defRPr sz="995"/>
            </a:lvl5pPr>
            <a:lvl6pPr marL="2280285" indent="0">
              <a:buNone/>
              <a:defRPr sz="995"/>
            </a:lvl6pPr>
            <a:lvl7pPr marL="2736215" indent="0">
              <a:buNone/>
              <a:defRPr sz="995"/>
            </a:lvl7pPr>
            <a:lvl8pPr marL="3192145" indent="0">
              <a:buNone/>
              <a:defRPr sz="995"/>
            </a:lvl8pPr>
            <a:lvl9pPr marL="3648075" indent="0">
              <a:buNone/>
              <a:defRPr sz="99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7601" y="456036"/>
            <a:ext cx="3921997" cy="1596126"/>
          </a:xfrm>
        </p:spPr>
        <p:txBody>
          <a:bodyPr anchor="b"/>
          <a:lstStyle>
            <a:lvl1pPr>
              <a:defRPr sz="319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69690" y="984911"/>
            <a:ext cx="6156127" cy="4861216"/>
          </a:xfrm>
        </p:spPr>
        <p:txBody>
          <a:bodyPr anchor="t"/>
          <a:lstStyle>
            <a:lvl1pPr marL="0" indent="0">
              <a:buNone/>
              <a:defRPr sz="3190"/>
            </a:lvl1pPr>
            <a:lvl2pPr marL="455930" indent="0">
              <a:buNone/>
              <a:defRPr sz="2795"/>
            </a:lvl2pPr>
            <a:lvl3pPr marL="911860" indent="0">
              <a:buNone/>
              <a:defRPr sz="2395"/>
            </a:lvl3pPr>
            <a:lvl4pPr marL="1367790" indent="0">
              <a:buNone/>
              <a:defRPr sz="1995"/>
            </a:lvl4pPr>
            <a:lvl5pPr marL="1824355" indent="0">
              <a:buNone/>
              <a:defRPr sz="1995"/>
            </a:lvl5pPr>
            <a:lvl6pPr marL="2280285" indent="0">
              <a:buNone/>
              <a:defRPr sz="1995"/>
            </a:lvl6pPr>
            <a:lvl7pPr marL="2736215" indent="0">
              <a:buNone/>
              <a:defRPr sz="1995"/>
            </a:lvl7pPr>
            <a:lvl8pPr marL="3192145" indent="0">
              <a:buNone/>
              <a:defRPr sz="1995"/>
            </a:lvl8pPr>
            <a:lvl9pPr marL="3648075" indent="0">
              <a:buNone/>
              <a:defRPr sz="1995"/>
            </a:lvl9pPr>
          </a:lstStyle>
          <a:p>
            <a:r>
              <a:rPr lang="zh-CN" altLang="en-US"/>
              <a:t>单击图标添加图片</a:t>
            </a:r>
            <a:endParaRPr lang="en-US" dirty="0"/>
          </a:p>
        </p:txBody>
      </p:sp>
      <p:sp>
        <p:nvSpPr>
          <p:cNvPr id="4" name="Text Placeholder 3"/>
          <p:cNvSpPr>
            <a:spLocks noGrp="1"/>
          </p:cNvSpPr>
          <p:nvPr>
            <p:ph type="body" sz="half" idx="2"/>
          </p:nvPr>
        </p:nvSpPr>
        <p:spPr>
          <a:xfrm>
            <a:off x="837601" y="2052161"/>
            <a:ext cx="3921997" cy="3801883"/>
          </a:xfrm>
        </p:spPr>
        <p:txBody>
          <a:bodyPr/>
          <a:lstStyle>
            <a:lvl1pPr marL="0" indent="0">
              <a:buNone/>
              <a:defRPr sz="1595"/>
            </a:lvl1pPr>
            <a:lvl2pPr marL="455930" indent="0">
              <a:buNone/>
              <a:defRPr sz="1395"/>
            </a:lvl2pPr>
            <a:lvl3pPr marL="911860" indent="0">
              <a:buNone/>
              <a:defRPr sz="1195"/>
            </a:lvl3pPr>
            <a:lvl4pPr marL="1367790" indent="0">
              <a:buNone/>
              <a:defRPr sz="995"/>
            </a:lvl4pPr>
            <a:lvl5pPr marL="1824355" indent="0">
              <a:buNone/>
              <a:defRPr sz="995"/>
            </a:lvl5pPr>
            <a:lvl6pPr marL="2280285" indent="0">
              <a:buNone/>
              <a:defRPr sz="995"/>
            </a:lvl6pPr>
            <a:lvl7pPr marL="2736215" indent="0">
              <a:buNone/>
              <a:defRPr sz="995"/>
            </a:lvl7pPr>
            <a:lvl8pPr marL="3192145" indent="0">
              <a:buNone/>
              <a:defRPr sz="995"/>
            </a:lvl8pPr>
            <a:lvl9pPr marL="3648075" indent="0">
              <a:buNone/>
              <a:defRPr sz="995"/>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0B20124-87A5-4C63-860E-1170BBAA92B9}"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02179" y="364195"/>
            <a:ext cx="2622054" cy="579704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6017" y="364195"/>
            <a:ext cx="7714159" cy="579704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jpe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35" y="413"/>
            <a:ext cx="12159178" cy="6839712"/>
          </a:xfrm>
          <a:prstGeom prst="rect">
            <a:avLst/>
          </a:prstGeom>
        </p:spPr>
      </p:pic>
      <p:sp>
        <p:nvSpPr>
          <p:cNvPr id="8" name="文本框 7"/>
          <p:cNvSpPr txBox="1"/>
          <p:nvPr userDrawn="1"/>
        </p:nvSpPr>
        <p:spPr>
          <a:xfrm>
            <a:off x="836856" y="58190"/>
            <a:ext cx="1800493" cy="307777"/>
          </a:xfrm>
          <a:prstGeom prst="rect">
            <a:avLst/>
          </a:prstGeom>
          <a:noFill/>
        </p:spPr>
        <p:txBody>
          <a:bodyPr wrap="none" rtlCol="0">
            <a:spAutoFit/>
          </a:bodyPr>
          <a:lstStyle/>
          <a:p>
            <a:r>
              <a:rPr lang="zh-CN" altLang="en-US" sz="1400" b="1" dirty="0">
                <a:solidFill>
                  <a:schemeClr val="bg1"/>
                </a:solidFill>
              </a:rPr>
              <a:t>此处添加幻灯片标题</a:t>
            </a:r>
          </a:p>
        </p:txBody>
      </p:sp>
      <p:sp>
        <p:nvSpPr>
          <p:cNvPr id="10" name="圆角矩形 9"/>
          <p:cNvSpPr/>
          <p:nvPr userDrawn="1"/>
        </p:nvSpPr>
        <p:spPr>
          <a:xfrm>
            <a:off x="10559102" y="6575368"/>
            <a:ext cx="1253455" cy="207818"/>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11" name="灯片编号占位符 2"/>
          <p:cNvSpPr txBox="1"/>
          <p:nvPr userDrawn="1"/>
        </p:nvSpPr>
        <p:spPr>
          <a:xfrm>
            <a:off x="10980265" y="6518152"/>
            <a:ext cx="671851" cy="363538"/>
          </a:xfrm>
          <a:prstGeom prst="rect">
            <a:avLst/>
          </a:prstGeom>
        </p:spPr>
        <p:txBody>
          <a:bodyPr/>
          <a:lstStyle>
            <a:defPPr>
              <a:defRPr lang="zh-CN"/>
            </a:defPPr>
            <a:lvl1pPr marL="0" algn="l" defTabSz="812165" rtl="0" eaLnBrk="1" latinLnBrk="0" hangingPunct="1">
              <a:defRPr sz="1600" kern="1200">
                <a:solidFill>
                  <a:schemeClr val="tx1"/>
                </a:solidFill>
                <a:latin typeface="+mn-lt"/>
                <a:ea typeface="+mn-ea"/>
                <a:cs typeface="+mn-cs"/>
              </a:defRPr>
            </a:lvl1pPr>
            <a:lvl2pPr marL="406400" algn="l" defTabSz="812165" rtl="0" eaLnBrk="1" latinLnBrk="0" hangingPunct="1">
              <a:defRPr sz="1600" kern="1200">
                <a:solidFill>
                  <a:schemeClr val="tx1"/>
                </a:solidFill>
                <a:latin typeface="+mn-lt"/>
                <a:ea typeface="+mn-ea"/>
                <a:cs typeface="+mn-cs"/>
              </a:defRPr>
            </a:lvl2pPr>
            <a:lvl3pPr marL="812165" algn="l" defTabSz="812165" rtl="0" eaLnBrk="1" latinLnBrk="0" hangingPunct="1">
              <a:defRPr sz="1600" kern="1200">
                <a:solidFill>
                  <a:schemeClr val="tx1"/>
                </a:solidFill>
                <a:latin typeface="+mn-lt"/>
                <a:ea typeface="+mn-ea"/>
                <a:cs typeface="+mn-cs"/>
              </a:defRPr>
            </a:lvl3pPr>
            <a:lvl4pPr marL="1218565" algn="l" defTabSz="812165" rtl="0" eaLnBrk="1" latinLnBrk="0" hangingPunct="1">
              <a:defRPr sz="1600" kern="1200">
                <a:solidFill>
                  <a:schemeClr val="tx1"/>
                </a:solidFill>
                <a:latin typeface="+mn-lt"/>
                <a:ea typeface="+mn-ea"/>
                <a:cs typeface="+mn-cs"/>
              </a:defRPr>
            </a:lvl4pPr>
            <a:lvl5pPr marL="1624330" algn="l" defTabSz="812165" rtl="0" eaLnBrk="1" latinLnBrk="0" hangingPunct="1">
              <a:defRPr sz="1600" kern="1200">
                <a:solidFill>
                  <a:schemeClr val="tx1"/>
                </a:solidFill>
                <a:latin typeface="+mn-lt"/>
                <a:ea typeface="+mn-ea"/>
                <a:cs typeface="+mn-cs"/>
              </a:defRPr>
            </a:lvl5pPr>
            <a:lvl6pPr marL="2030730" algn="l" defTabSz="812165" rtl="0" eaLnBrk="1" latinLnBrk="0" hangingPunct="1">
              <a:defRPr sz="1600" kern="1200">
                <a:solidFill>
                  <a:schemeClr val="tx1"/>
                </a:solidFill>
                <a:latin typeface="+mn-lt"/>
                <a:ea typeface="+mn-ea"/>
                <a:cs typeface="+mn-cs"/>
              </a:defRPr>
            </a:lvl6pPr>
            <a:lvl7pPr marL="2436495" algn="l" defTabSz="812165" rtl="0" eaLnBrk="1" latinLnBrk="0" hangingPunct="1">
              <a:defRPr sz="1600" kern="1200">
                <a:solidFill>
                  <a:schemeClr val="tx1"/>
                </a:solidFill>
                <a:latin typeface="+mn-lt"/>
                <a:ea typeface="+mn-ea"/>
                <a:cs typeface="+mn-cs"/>
              </a:defRPr>
            </a:lvl7pPr>
            <a:lvl8pPr marL="2842895" algn="l" defTabSz="812165" rtl="0" eaLnBrk="1" latinLnBrk="0" hangingPunct="1">
              <a:defRPr sz="1600" kern="1200">
                <a:solidFill>
                  <a:schemeClr val="tx1"/>
                </a:solidFill>
                <a:latin typeface="+mn-lt"/>
                <a:ea typeface="+mn-ea"/>
                <a:cs typeface="+mn-cs"/>
              </a:defRPr>
            </a:lvl8pPr>
            <a:lvl9pPr marL="3248660" algn="l" defTabSz="812165" rtl="0" eaLnBrk="1" latinLnBrk="0" hangingPunct="1">
              <a:defRPr sz="1600" kern="1200">
                <a:solidFill>
                  <a:schemeClr val="tx1"/>
                </a:solidFill>
                <a:latin typeface="+mn-lt"/>
                <a:ea typeface="+mn-ea"/>
                <a:cs typeface="+mn-cs"/>
              </a:defRPr>
            </a:lvl9pPr>
          </a:lstStyle>
          <a:p>
            <a:fld id="{CF191EF6-D38A-4A33-BA29-1B5E752682D5}" type="slidenum">
              <a:rPr lang="zh-CN" altLang="en-US" sz="1400" smtClean="0">
                <a:solidFill>
                  <a:schemeClr val="tx1">
                    <a:lumMod val="50000"/>
                    <a:lumOff val="50000"/>
                  </a:schemeClr>
                </a:solidFill>
              </a:rPr>
              <a:t>‹#›</a:t>
            </a:fld>
            <a:endParaRPr lang="zh-CN" altLang="en-US" sz="1400" dirty="0">
              <a:solidFill>
                <a:schemeClr val="tx1">
                  <a:lumMod val="50000"/>
                  <a:lumOff val="50000"/>
                </a:schemeClr>
              </a:solidFill>
            </a:endParaRPr>
          </a:p>
        </p:txBody>
      </p:sp>
      <p:pic>
        <p:nvPicPr>
          <p:cNvPr id="2" name="图片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123" y="413"/>
            <a:ext cx="12167836" cy="6834848"/>
          </a:xfrm>
          <a:prstGeom prst="rect">
            <a:avLst/>
          </a:prstGeom>
        </p:spPr>
      </p:pic>
      <p:sp>
        <p:nvSpPr>
          <p:cNvPr id="9" name="Slide Number Placeholder 3"/>
          <p:cNvSpPr>
            <a:spLocks noGrp="1"/>
          </p:cNvSpPr>
          <p:nvPr>
            <p:ph type="sldNum" sz="quarter" idx="4"/>
          </p:nvPr>
        </p:nvSpPr>
        <p:spPr>
          <a:xfrm>
            <a:off x="4043609" y="6393270"/>
            <a:ext cx="2736056" cy="364195"/>
          </a:xfrm>
          <a:prstGeom prst="rect">
            <a:avLst/>
          </a:prstGeom>
          <a:effectLst>
            <a:glow rad="292100">
              <a:schemeClr val="accent1">
                <a:alpha val="40000"/>
              </a:schemeClr>
            </a:glow>
          </a:effectLst>
        </p:spPr>
        <p:txBody>
          <a:bodyPr/>
          <a:lstStyle>
            <a:lvl1pPr algn="ctr">
              <a:defRPr b="1">
                <a:solidFill>
                  <a:srgbClr val="FF0000"/>
                </a:solidFill>
              </a:defRPr>
            </a:lvl1pPr>
          </a:lstStyle>
          <a:p>
            <a:fld id="{A6F68E66-2D7B-46EE-A45B-944EE6D475CA}"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35" y="413"/>
            <a:ext cx="12159178" cy="6839712"/>
          </a:xfrm>
          <a:prstGeom prst="rect">
            <a:avLst/>
          </a:prstGeom>
        </p:spPr>
      </p:pic>
      <p:sp>
        <p:nvSpPr>
          <p:cNvPr id="3" name="Slide Number Placeholder 3"/>
          <p:cNvSpPr>
            <a:spLocks noGrp="1"/>
          </p:cNvSpPr>
          <p:nvPr>
            <p:ph type="sldNum" sz="quarter" idx="4"/>
          </p:nvPr>
        </p:nvSpPr>
        <p:spPr>
          <a:xfrm>
            <a:off x="4043609" y="6393270"/>
            <a:ext cx="2736056" cy="364195"/>
          </a:xfrm>
          <a:prstGeom prst="rect">
            <a:avLst/>
          </a:prstGeom>
          <a:noFill/>
        </p:spPr>
        <p:txBody>
          <a:bodyPr/>
          <a:lstStyle>
            <a:lvl1pPr algn="ctr">
              <a:defRPr>
                <a:solidFill>
                  <a:srgbClr val="0070C0"/>
                </a:solidFill>
              </a:defRPr>
            </a:lvl1pPr>
          </a:lstStyle>
          <a:p>
            <a:fld id="{A6F68E66-2D7B-46EE-A45B-944EE6D475C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6017" y="364196"/>
            <a:ext cx="10488216" cy="132218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6017" y="1820976"/>
            <a:ext cx="10488216" cy="434025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6017" y="6340166"/>
            <a:ext cx="2736056" cy="364195"/>
          </a:xfrm>
          <a:prstGeom prst="rect">
            <a:avLst/>
          </a:prstGeom>
        </p:spPr>
        <p:txBody>
          <a:bodyPr vert="horz" lIns="91440" tIns="45720" rIns="91440" bIns="45720" rtlCol="0" anchor="ctr"/>
          <a:lstStyle>
            <a:lvl1pPr algn="l">
              <a:defRPr sz="1195">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28083" y="6340166"/>
            <a:ext cx="4104084" cy="364195"/>
          </a:xfrm>
          <a:prstGeom prst="rect">
            <a:avLst/>
          </a:prstGeom>
        </p:spPr>
        <p:txBody>
          <a:bodyPr vert="horz" lIns="91440" tIns="45720" rIns="91440" bIns="45720" rtlCol="0" anchor="ctr"/>
          <a:lstStyle>
            <a:lvl1pPr algn="ctr">
              <a:defRPr sz="119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88177" y="6340166"/>
            <a:ext cx="2736056" cy="364195"/>
          </a:xfrm>
          <a:prstGeom prst="rect">
            <a:avLst/>
          </a:prstGeom>
        </p:spPr>
        <p:txBody>
          <a:bodyPr vert="horz" lIns="91440" tIns="45720" rIns="91440" bIns="45720" rtlCol="0" anchor="ctr"/>
          <a:lstStyle>
            <a:lvl1pPr algn="r">
              <a:defRPr sz="1195">
                <a:solidFill>
                  <a:schemeClr val="tx1">
                    <a:tint val="75000"/>
                  </a:schemeClr>
                </a:solidFill>
              </a:defRPr>
            </a:lvl1pPr>
          </a:lstStyle>
          <a:p>
            <a:fld id="{48F63A3B-78C7-47BE-AE5E-E10140E04643}" type="slidenum">
              <a:rPr lang="en-US" dirty="0"/>
              <a:t>‹#›</a:t>
            </a:fld>
            <a:endParaRPr lang="en-US" dirty="0"/>
          </a:p>
        </p:txBody>
      </p:sp>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35" y="413"/>
            <a:ext cx="12159178" cy="6839712"/>
          </a:xfrm>
          <a:prstGeom prst="rect">
            <a:avLst/>
          </a:prstGeom>
        </p:spPr>
      </p:pic>
      <p:pic>
        <p:nvPicPr>
          <p:cNvPr id="8" name="图片 7"/>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593160" y="299868"/>
            <a:ext cx="2314854" cy="298645"/>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995"/>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39825"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575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11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04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7790"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075" algn="l" defTabSz="911860" rtl="0" eaLnBrk="1" latinLnBrk="0" hangingPunct="1">
        <a:defRPr sz="179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6017" y="364196"/>
            <a:ext cx="10488216" cy="1322188"/>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6017" y="1820976"/>
            <a:ext cx="10488216" cy="434025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6017" y="6340166"/>
            <a:ext cx="2736056" cy="364195"/>
          </a:xfrm>
          <a:prstGeom prst="rect">
            <a:avLst/>
          </a:prstGeom>
        </p:spPr>
        <p:txBody>
          <a:bodyPr vert="horz" lIns="91440" tIns="45720" rIns="91440" bIns="45720" rtlCol="0" anchor="ctr"/>
          <a:lstStyle>
            <a:lvl1pPr algn="l">
              <a:defRPr sz="1195">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028083" y="6340166"/>
            <a:ext cx="4104084" cy="364195"/>
          </a:xfrm>
          <a:prstGeom prst="rect">
            <a:avLst/>
          </a:prstGeom>
        </p:spPr>
        <p:txBody>
          <a:bodyPr vert="horz" lIns="91440" tIns="45720" rIns="91440" bIns="45720" rtlCol="0" anchor="ctr"/>
          <a:lstStyle>
            <a:lvl1pPr algn="ctr">
              <a:defRPr sz="119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88177" y="6340166"/>
            <a:ext cx="2736056" cy="364195"/>
          </a:xfrm>
          <a:prstGeom prst="rect">
            <a:avLst/>
          </a:prstGeom>
        </p:spPr>
        <p:txBody>
          <a:bodyPr vert="horz" lIns="91440" tIns="45720" rIns="91440" bIns="45720" rtlCol="0" anchor="ctr"/>
          <a:lstStyle>
            <a:lvl1pPr algn="r">
              <a:defRPr sz="1195">
                <a:solidFill>
                  <a:schemeClr val="tx1">
                    <a:tint val="75000"/>
                  </a:schemeClr>
                </a:solidFill>
              </a:defRPr>
            </a:lvl1pPr>
          </a:lstStyle>
          <a:p>
            <a:fld id="{48F63A3B-78C7-47BE-AE5E-E10140E04643}" type="slidenum">
              <a:rPr lang="en-US" dirty="0"/>
              <a:t>‹#›</a:t>
            </a:fld>
            <a:endParaRPr lang="en-US" dirty="0"/>
          </a:p>
        </p:txBody>
      </p:sp>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35" y="307153"/>
            <a:ext cx="12159178" cy="6839712"/>
          </a:xfrm>
          <a:prstGeom prst="rect">
            <a:avLst/>
          </a:prstGeom>
        </p:spPr>
      </p:pic>
      <p:sp>
        <p:nvSpPr>
          <p:cNvPr id="8" name="矩形 7"/>
          <p:cNvSpPr/>
          <p:nvPr userDrawn="1"/>
        </p:nvSpPr>
        <p:spPr>
          <a:xfrm>
            <a:off x="0" y="0"/>
            <a:ext cx="12160250" cy="1025290"/>
          </a:xfrm>
          <a:prstGeom prst="rect">
            <a:avLst/>
          </a:prstGeom>
          <a:solidFill>
            <a:srgbClr val="C716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995"/>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39825"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575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11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04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en-US"/>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7790"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075" algn="l" defTabSz="911860"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hyperlink" Target="http://ip:8080/manager/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openxmlformats.org/officeDocument/2006/relationships/hyperlink" Target="https://www.alibabacloud.com/help/zh/doc-detail/25475.ht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20039" y="2076895"/>
            <a:ext cx="11160690" cy="768350"/>
          </a:xfrm>
          <a:prstGeom prst="rect">
            <a:avLst/>
          </a:prstGeom>
          <a:noFill/>
        </p:spPr>
        <p:txBody>
          <a:bodyPr wrap="square" rtlCol="0">
            <a:spAutoFit/>
          </a:bodyPr>
          <a:lstStyle/>
          <a:p>
            <a:pPr algn="ctr"/>
            <a:r>
              <a:rPr lang="zh-CN" altLang="en-US" sz="4400" b="1" dirty="0">
                <a:solidFill>
                  <a:schemeClr val="bg1"/>
                </a:solidFill>
                <a:latin typeface="微软雅黑" panose="020B0503020204020204" pitchFamily="34" charset="-122"/>
                <a:ea typeface="微软雅黑" panose="020B0503020204020204" pitchFamily="34" charset="-122"/>
              </a:rPr>
              <a:t>WEB应用基线检查与安全加固</a:t>
            </a:r>
          </a:p>
        </p:txBody>
      </p:sp>
      <p:sp>
        <p:nvSpPr>
          <p:cNvPr id="5" name="文本框 4"/>
          <p:cNvSpPr txBox="1"/>
          <p:nvPr/>
        </p:nvSpPr>
        <p:spPr>
          <a:xfrm>
            <a:off x="709809" y="4951902"/>
            <a:ext cx="11160690" cy="461665"/>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信息产业信息安全测评中心</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5152183" y="3258490"/>
            <a:ext cx="2293698" cy="229369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836856" y="730209"/>
            <a:ext cx="10486540" cy="847132"/>
          </a:xfrm>
        </p:spPr>
        <p:txBody>
          <a:bodyPr/>
          <a:lstStyle/>
          <a:p>
            <a:r>
              <a:rPr lang="zh-CN" altLang="en-US" sz="5400" dirty="0">
                <a:latin typeface="黑体" panose="02010609060101010101" pitchFamily="49" charset="-122"/>
                <a:ea typeface="黑体" panose="02010609060101010101" pitchFamily="49" charset="-122"/>
              </a:rPr>
              <a:t>提纲</a:t>
            </a:r>
          </a:p>
        </p:txBody>
      </p:sp>
      <p:sp>
        <p:nvSpPr>
          <p:cNvPr id="6" name="内容占位符 5"/>
          <p:cNvSpPr>
            <a:spLocks noGrp="1"/>
          </p:cNvSpPr>
          <p:nvPr>
            <p:ph idx="1"/>
          </p:nvPr>
        </p:nvSpPr>
        <p:spPr>
          <a:xfrm>
            <a:off x="1888417" y="1823381"/>
            <a:ext cx="5792544" cy="3537289"/>
          </a:xfrm>
        </p:spPr>
        <p:txBody>
          <a:bodyPr/>
          <a:lstStyle/>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Tomcat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IIS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sz="2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a:p>
            <a:pPr>
              <a:lnSpc>
                <a:spcPct val="150000"/>
              </a:lnSpc>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phpMyadmin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服务安全加固</a:t>
            </a:r>
          </a:p>
          <a:p>
            <a:pPr>
              <a:lnSpc>
                <a:spcPct val="150000"/>
              </a:lnSpc>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1444" y="5759164"/>
            <a:ext cx="784657" cy="787596"/>
          </a:xfrm>
          <a:prstGeom prst="rect">
            <a:avLst/>
          </a:prstGeom>
        </p:spPr>
      </p:pic>
      <p:sp>
        <p:nvSpPr>
          <p:cNvPr id="2" name="灯片编号占位符 1"/>
          <p:cNvSpPr>
            <a:spLocks noGrp="1"/>
          </p:cNvSpPr>
          <p:nvPr>
            <p:ph type="sldNum" sz="quarter" idx="4"/>
          </p:nvPr>
        </p:nvSpPr>
        <p:spPr/>
        <p:txBody>
          <a:bodyPr/>
          <a:lstStyle/>
          <a:p>
            <a:fld id="{A6F68E66-2D7B-46EE-A45B-944EE6D475CA}" type="slidenum">
              <a:rPr lang="zh-CN" altLang="en-US" smtClean="0"/>
              <a:t>1</a:t>
            </a:fld>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Apache</a:t>
            </a:r>
            <a:r>
              <a:rPr lang="zh-CN" altLang="en-US" sz="4400" b="1" dirty="0">
                <a:solidFill>
                  <a:schemeClr val="bg1"/>
                </a:solidFill>
                <a:latin typeface="微软雅黑" panose="020B0503020204020204" pitchFamily="34" charset="-122"/>
                <a:ea typeface="微软雅黑" panose="020B0503020204020204" pitchFamily="34" charset="-122"/>
              </a:rPr>
              <a:t>服务安全加固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a:t>
            </a:fld>
            <a:endParaRPr lang="zh-CN" altLang="en-US"/>
          </a:p>
        </p:txBody>
      </p:sp>
      <p:sp>
        <p:nvSpPr>
          <p:cNvPr id="7" name="Rectangle 1"/>
          <p:cNvSpPr>
            <a:spLocks noChangeArrowheads="1"/>
          </p:cNvSpPr>
          <p:nvPr/>
        </p:nvSpPr>
        <p:spPr bwMode="auto">
          <a:xfrm>
            <a:off x="1170305" y="2081516"/>
            <a:ext cx="9859645" cy="410522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以专门的用户帐号和用户组运行 Apache 服务。</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根据需要，为 Apache 服务创建用户及用户组。如果没有设置用户和组，则新建用户，并在 Apache 配置文件中进行指定。</a:t>
            </a:r>
          </a:p>
          <a:p>
            <a:pPr marL="457200" marR="0" lvl="1" indent="0" algn="l" defTabSz="914400" rtl="0" eaLnBrk="0" fontAlgn="base" latinLnBrk="0" hangingPunct="0">
              <a:lnSpc>
                <a:spcPct val="150000"/>
              </a:lnSpc>
              <a:spcBef>
                <a:spcPct val="0"/>
              </a:spcBef>
              <a:spcAft>
                <a:spcPct val="0"/>
              </a:spcAft>
              <a:buClrTx/>
              <a:buSzTx/>
            </a:pP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创建 Apache 用户组。</a:t>
            </a: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groupadd apache</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pP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创建 Apache 用户并加入 Apache 用户组。</a:t>
            </a: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useradd apache –g apache</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pP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将下面两行设置参数加入 Apache 配置文件 httpd.conf 中：</a:t>
            </a:r>
          </a:p>
          <a:p>
            <a:pPr marL="1200150" marR="0" lvl="2"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u"/>
            </a:pP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User</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apache</a:t>
            </a:r>
            <a:endParaRPr kumimoji="0" lang="en-US"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1200150" lvl="2" indent="-285750" defTabSz="914400">
              <a:lnSpc>
                <a:spcPct val="150000"/>
              </a:lnSpc>
              <a:buClr>
                <a:srgbClr val="FFC000"/>
              </a:buClr>
              <a:buFont typeface="Wingdings" panose="05000000000000000000" pitchFamily="2" charset="2"/>
              <a:buChar char="u"/>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Group</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apache</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184919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账号设置</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4</a:t>
            </a:fld>
            <a:endParaRPr lang="zh-CN" altLang="en-US"/>
          </a:p>
        </p:txBody>
      </p:sp>
      <p:sp>
        <p:nvSpPr>
          <p:cNvPr id="7" name="Rectangle 1"/>
          <p:cNvSpPr>
            <a:spLocks noChangeArrowheads="1"/>
          </p:cNvSpPr>
          <p:nvPr/>
        </p:nvSpPr>
        <p:spPr bwMode="auto">
          <a:xfrm>
            <a:off x="1136015" y="2222890"/>
            <a:ext cx="9573895" cy="119737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457200" marR="0" lvl="0" indent="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检查 httpd.conf 配置文件中是否允许使用非专用账户（如 root 用户）运行 Apache 服务。</a:t>
            </a: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默认设置一般即符合要求。</a:t>
            </a:r>
            <a:endParaRPr kumimoji="0" lang="en-US"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Linux 系统中默认使用 apache 或者 nobody 用户，Unix 系统默认使用 daemon 用户。</a:t>
            </a:r>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184919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账号设置</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5</a:t>
            </a:fld>
            <a:endParaRPr lang="zh-CN" altLang="en-US"/>
          </a:p>
        </p:txBody>
      </p:sp>
      <p:sp>
        <p:nvSpPr>
          <p:cNvPr id="7" name="Rectangle 1"/>
          <p:cNvSpPr>
            <a:spLocks noChangeArrowheads="1"/>
          </p:cNvSpPr>
          <p:nvPr/>
        </p:nvSpPr>
        <p:spPr bwMode="auto">
          <a:xfrm>
            <a:off x="1293177" y="2238116"/>
            <a:ext cx="9573895" cy="327487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严格控制 Apache 主目录的访问权限，非超级用户不能修改该目录中的内容。</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indent="457200" defTabSz="9144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Apache 的 主目录对应于 Apache Server配置文件 httpd.conf 中的 Server Root 控制项，应设置为：</a:t>
            </a:r>
          </a:p>
          <a:p>
            <a:pPr lvl="1" defTabSz="914400">
              <a:lnSpc>
                <a:spcPct val="150000"/>
              </a:lnSpc>
              <a:buFontTx/>
              <a:buAutoNum type="arabicPeriod"/>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Server</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Root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usr</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88"/>
                </a:solidFill>
                <a:latin typeface="Times New Roman" panose="02020603050405020304" pitchFamily="18" charset="0"/>
                <a:ea typeface="微软雅黑" panose="020B0503020204020204" pitchFamily="34" charset="-122"/>
                <a:cs typeface="Times New Roman" panose="02020603050405020304" pitchFamily="18" charset="0"/>
              </a:rPr>
              <a:t>local</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apache</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1" defTabSz="914400">
              <a:lnSpc>
                <a:spcPct val="150000"/>
              </a:lnSpc>
              <a:buFontTx/>
              <a:buChar char="•"/>
            </a:pPr>
            <a:r>
              <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判定条件</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非超级用户不能修改该目录中的内容。</a:t>
            </a:r>
          </a:p>
          <a:p>
            <a:pPr lvl="1" defTabSz="914400">
              <a:lnSpc>
                <a:spcPct val="150000"/>
              </a:lnSpc>
              <a:buFontTx/>
              <a:buChar char="•"/>
            </a:pPr>
            <a:r>
              <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检测操作</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尝试进行修改，看是否能修改该目录中的内容。</a:t>
            </a: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该目录一般设置为 /etc/httpd 目录，默认情况下属主为 root 用户，其它用户不能修改该目录中的文件。默认设置一般即符合要求。</a:t>
            </a:r>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184919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授权设置</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6</a:t>
            </a:fld>
            <a:endParaRPr lang="zh-CN" altLang="en-US"/>
          </a:p>
        </p:txBody>
      </p:sp>
      <p:sp>
        <p:nvSpPr>
          <p:cNvPr id="7" name="Rectangle 1"/>
          <p:cNvSpPr>
            <a:spLocks noChangeArrowheads="1"/>
          </p:cNvSpPr>
          <p:nvPr/>
        </p:nvSpPr>
        <p:spPr bwMode="auto">
          <a:xfrm>
            <a:off x="1293177" y="2238115"/>
            <a:ext cx="9851073" cy="327487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indent="457200" defTabSz="9144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严格设置配置文件和日志文件的权限，防止未授权访问</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buFont typeface="Arial" panose="020B0604020202020204" pitchFamily="34" charset="0"/>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执行</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chmod 600 /etc/httpd/conf/httpd.conf</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命令设置配置文件为属主可读写，其他用户无读写权限。</a:t>
            </a:r>
          </a:p>
          <a:p>
            <a:pPr marL="457200" lvl="0" defTabSz="914400">
              <a:lnSpc>
                <a:spcPct val="150000"/>
              </a:lnSpc>
              <a:buFont typeface="Arial" panose="020B0604020202020204" pitchFamily="34" charset="0"/>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执行</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chmod 644 /var/log/httpd/*.log</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命令设置日志文件为属主可读写，其他用户拥有只读权限。</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buFont typeface="Arial" panose="020B0604020202020204" pitchFamily="34" charset="0"/>
              <a:buChar char="•"/>
            </a:pP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p>
          <a:p>
            <a:pPr lvl="1" defTabSz="914400">
              <a:lnSpc>
                <a:spcPct val="150000"/>
              </a:lnSpc>
              <a:buFontTx/>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/etc/httpd/conf/httpd.conf 配置文件的默认权限是644，可根据需要修改权限为600。</a:t>
            </a:r>
          </a:p>
          <a:p>
            <a:pPr lvl="1" defTabSz="914400">
              <a:lnSpc>
                <a:spcPct val="150000"/>
              </a:lnSpc>
              <a:buFontTx/>
              <a:buChar char="•"/>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/var/log/httpd/*.log 日志文件的默认权限为644，默认设置即符合要求。</a:t>
            </a:r>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184919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授权设置</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7</a:t>
            </a:fld>
            <a:endParaRPr lang="zh-CN" altLang="en-US"/>
          </a:p>
        </p:txBody>
      </p:sp>
      <p:sp>
        <p:nvSpPr>
          <p:cNvPr id="7" name="Rectangle 1"/>
          <p:cNvSpPr>
            <a:spLocks noChangeArrowheads="1"/>
          </p:cNvSpPr>
          <p:nvPr/>
        </p:nvSpPr>
        <p:spPr bwMode="auto">
          <a:xfrm>
            <a:off x="1293177" y="1957768"/>
            <a:ext cx="9851073" cy="452136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Apache 设备应配置日志功能，对运行错误、用户访问等事件进行记录，记录内容包括时间，用户使用的 IP 地址等内容。</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 httpd.conf 配置文件，设置日志记录文件、记录内容、记录格式。</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buFontTx/>
              <a:buChar char="•"/>
            </a:pPr>
            <a:r>
              <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错误日志</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marL="742950" lvl="1" indent="-285750" defTabSz="914400">
              <a:lnSpc>
                <a:spcPct val="150000"/>
              </a:lnSpc>
              <a:buClr>
                <a:srgbClr val="FFC000"/>
              </a:buClr>
              <a:buFont typeface="Wingdings" panose="05000000000000000000" pitchFamily="2" charset="2"/>
              <a:buChar char="ü"/>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LogLevel</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notice </a:t>
            </a:r>
            <a:r>
              <a:rPr lang="zh-CN" altLang="zh-CN" sz="1800" dirty="0">
                <a:solidFill>
                  <a:srgbClr val="880000"/>
                </a:solidFill>
                <a:latin typeface="Times New Roman" panose="02020603050405020304" pitchFamily="18" charset="0"/>
                <a:ea typeface="微软雅黑" panose="020B0503020204020204" pitchFamily="34" charset="-122"/>
                <a:cs typeface="Times New Roman" panose="02020603050405020304" pitchFamily="18" charset="0"/>
              </a:rPr>
              <a:t>#日志的级别</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defTabSz="914400">
              <a:lnSpc>
                <a:spcPct val="150000"/>
              </a:lnSpc>
              <a:buClr>
                <a:srgbClr val="FFC000"/>
              </a:buClr>
              <a:buFont typeface="Wingdings" panose="05000000000000000000" pitchFamily="2" charset="2"/>
              <a:buChar char="ü"/>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ErrorLog</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logs</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error_log </a:t>
            </a:r>
            <a:r>
              <a:rPr lang="zh-CN" altLang="zh-CN" sz="1800" dirty="0">
                <a:solidFill>
                  <a:srgbClr val="880000"/>
                </a:solidFill>
                <a:latin typeface="Times New Roman" panose="02020603050405020304" pitchFamily="18" charset="0"/>
                <a:ea typeface="微软雅黑" panose="020B0503020204020204" pitchFamily="34" charset="-122"/>
                <a:cs typeface="Times New Roman" panose="02020603050405020304" pitchFamily="18" charset="0"/>
              </a:rPr>
              <a:t>#日志的保存位置(错误日志)</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buFontTx/>
              <a:buChar char="•"/>
            </a:pPr>
            <a:r>
              <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访问日志</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marL="742950" lvl="1" indent="-285750" defTabSz="914400">
              <a:lnSpc>
                <a:spcPct val="150000"/>
              </a:lnSpc>
              <a:buClr>
                <a:srgbClr val="FFC000"/>
              </a:buClr>
              <a:buFont typeface="Wingdings" panose="05000000000000000000" pitchFamily="2" charset="2"/>
              <a:buChar char="ü"/>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LogFormat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h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Accept</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Referer</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User</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Agent</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defTabSz="914400">
              <a:lnSpc>
                <a:spcPct val="150000"/>
              </a:lnSpc>
              <a:buClr>
                <a:srgbClr val="FFC000"/>
              </a:buClr>
              <a:buFont typeface="Wingdings" panose="05000000000000000000" pitchFamily="2" charset="2"/>
              <a:buChar char="ü"/>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combined</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defTabSz="914400">
              <a:lnSpc>
                <a:spcPct val="150000"/>
              </a:lnSpc>
              <a:buClr>
                <a:srgbClr val="FFC000"/>
              </a:buClr>
              <a:buFont typeface="Wingdings" panose="05000000000000000000" pitchFamily="2" charset="2"/>
              <a:buChar char="ü"/>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CustomLog</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logs</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access_log combined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(访问日志)</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184919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日志设置</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8</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184919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日志设置</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685439" y="2193462"/>
            <a:ext cx="10836002" cy="36953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latin typeface="Arial" panose="020B0604020202020204" pitchFamily="34" charset="0"/>
                <a:ea typeface="Roboto"/>
              </a:rPr>
              <a:t>注意：</a:t>
            </a:r>
            <a:endParaRPr kumimoji="0" lang="zh-CN" altLang="zh-CN" sz="1800" b="1" i="1" u="none" strike="noStrike" cap="none" normalizeH="0" baseline="0" dirty="0">
              <a:ln>
                <a:noFill/>
              </a:ln>
              <a:solidFill>
                <a:schemeClr val="tx1"/>
              </a:solidFill>
              <a:effectLst/>
              <a:latin typeface="Arial" panose="020B0604020202020204" pitchFamily="34" charset="0"/>
            </a:endParaRPr>
          </a:p>
          <a:p>
            <a:pPr marL="45720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ErrorLog</a:t>
            </a:r>
            <a:r>
              <a:rPr kumimoji="0" lang="zh-CN" altLang="zh-CN" sz="1800" b="0" i="0" u="none" strike="noStrike" cap="none" normalizeH="0" baseline="0" dirty="0">
                <a:ln>
                  <a:noFill/>
                </a:ln>
                <a:solidFill>
                  <a:srgbClr val="333333"/>
                </a:solidFill>
                <a:effectLst/>
                <a:ea typeface="Roboto"/>
              </a:rPr>
              <a:t>指令设置错误日志文件名和位置。错误日志是最重要的日志文件。Apache httpd 程序将在这个文件中存放诊断信息和处理请求中出现的错误。若要将错误日志传送到 Syslog，则执行</a:t>
            </a: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ErrorLog syslog</a:t>
            </a:r>
            <a:r>
              <a:rPr kumimoji="0" lang="zh-CN" altLang="zh-CN" sz="1800" b="0" i="0" u="none" strike="noStrike" cap="none" normalizeH="0" baseline="0" dirty="0">
                <a:ln>
                  <a:noFill/>
                </a:ln>
                <a:solidFill>
                  <a:srgbClr val="333333"/>
                </a:solidFill>
                <a:effectLst/>
                <a:ea typeface="Roboto"/>
              </a:rPr>
              <a:t>命令。</a:t>
            </a:r>
            <a:endParaRPr kumimoji="0" lang="zh-CN" altLang="zh-CN" sz="1800" b="0" i="0" u="none" strike="noStrike" cap="none" normalizeH="0" baseline="0" dirty="0">
              <a:ln>
                <a:noFill/>
              </a:ln>
              <a:solidFill>
                <a:srgbClr val="333333"/>
              </a:solidFill>
              <a:effectLst/>
              <a:latin typeface="Arial" panose="020B0604020202020204" pitchFamily="34" charset="0"/>
              <a:ea typeface="Roboto"/>
            </a:endParaRPr>
          </a:p>
          <a:p>
            <a:pPr marL="45720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CustomLog</a:t>
            </a:r>
            <a:r>
              <a:rPr kumimoji="0" lang="zh-CN" altLang="zh-CN" sz="1800" b="0" i="0" u="none" strike="noStrike" cap="none" normalizeH="0" baseline="0" dirty="0">
                <a:ln>
                  <a:noFill/>
                </a:ln>
                <a:solidFill>
                  <a:srgbClr val="333333"/>
                </a:solidFill>
                <a:effectLst/>
                <a:ea typeface="Roboto"/>
              </a:rPr>
              <a:t>指令指定了保存日志文件的具体位置以及日志的格式。访问日志中会记录服务器所处理的所有请求。</a:t>
            </a:r>
            <a:endParaRPr kumimoji="0" lang="zh-CN" altLang="zh-CN" sz="1800" b="0" i="0" u="none" strike="noStrike" cap="none" normalizeH="0" baseline="0" dirty="0">
              <a:ln>
                <a:noFill/>
              </a:ln>
              <a:solidFill>
                <a:srgbClr val="333333"/>
              </a:solidFill>
              <a:effectLst/>
              <a:latin typeface="Arial" panose="020B0604020202020204" pitchFamily="34" charset="0"/>
              <a:ea typeface="Roboto"/>
            </a:endParaRPr>
          </a:p>
          <a:p>
            <a:pPr marL="45720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LogFormat</a:t>
            </a:r>
            <a:r>
              <a:rPr kumimoji="0" lang="zh-CN" altLang="zh-CN" sz="1800" b="0" i="0" u="none" strike="noStrike" cap="none" normalizeH="0" baseline="0" dirty="0">
                <a:ln>
                  <a:noFill/>
                </a:ln>
                <a:solidFill>
                  <a:srgbClr val="333333"/>
                </a:solidFill>
                <a:effectLst/>
                <a:ea typeface="Roboto"/>
              </a:rPr>
              <a:t>命令用于设置日志格式，建议设置为 combined 格式。</a:t>
            </a:r>
            <a:endParaRPr kumimoji="0" lang="zh-CN" altLang="zh-CN" sz="1800" b="0" i="0" u="none" strike="noStrike" cap="none" normalizeH="0" baseline="0" dirty="0">
              <a:ln>
                <a:noFill/>
              </a:ln>
              <a:solidFill>
                <a:srgbClr val="333333"/>
              </a:solidFill>
              <a:effectLst/>
              <a:latin typeface="Arial" panose="020B0604020202020204" pitchFamily="34" charset="0"/>
              <a:ea typeface="Roboto"/>
            </a:endParaRPr>
          </a:p>
          <a:p>
            <a:pPr marL="45720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LogLevel</a:t>
            </a:r>
            <a:r>
              <a:rPr kumimoji="0" lang="zh-CN" altLang="zh-CN" sz="1800" b="0" i="0" u="none" strike="noStrike" cap="none" normalizeH="0" baseline="0" dirty="0">
                <a:ln>
                  <a:noFill/>
                </a:ln>
                <a:solidFill>
                  <a:srgbClr val="333333"/>
                </a:solidFill>
                <a:effectLst/>
                <a:ea typeface="Roboto"/>
              </a:rPr>
              <a:t>命令用于调整记录在错误日志中的信息的详细程度，建议设置为 notice。日志的级别，默认是 warn 级别，notice 级别比较详细，但在实际中由于日志会占用大量硬盘空间。</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9</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250070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禁止访问外部文件</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1198065" y="2050795"/>
            <a:ext cx="6997245" cy="452457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禁止 Apache 访问 Web 目录之外的任何文件。</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45720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修改 httpd.conf 配置文件。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Order</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Deny</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Allow</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Deny</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from all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0" indent="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333333"/>
                </a:solidFill>
                <a:effectLst/>
                <a:ea typeface="Roboto"/>
              </a:rPr>
              <a:t>设置可访问的目录。</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Order</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Allow</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Deny</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Allow</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from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web</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ea typeface="Roboto"/>
              </a:rPr>
              <a:t>说明</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 </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其中 /web 为网站根目录。</a:t>
            </a:r>
          </a:p>
          <a:p>
            <a:pPr marL="457200" marR="0" lvl="0" indent="0" algn="l" defTabSz="914400" rtl="0" eaLnBrk="0" fontAlgn="base" latinLnBrk="0" hangingPunct="0">
              <a:lnSpc>
                <a:spcPct val="150000"/>
              </a:lnSpc>
              <a:spcBef>
                <a:spcPct val="0"/>
              </a:spcBef>
              <a:spcAft>
                <a:spcPct val="0"/>
              </a:spcAft>
              <a:buClrTx/>
              <a:buSzTx/>
              <a:buFontTx/>
              <a:buAutoNum type="arabicPeriod" startAt="3"/>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默认配置如下，可根据您的业务需要进行设置。</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Options</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FollowSymLinks</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AllowOverride</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None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10</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250070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禁止目录列出</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839388" y="1996851"/>
            <a:ext cx="10486540" cy="452136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目录列出会导致明显信息泄露或下载，建议禁止 Apache 列表显示文件。在 /etc/httpd/httpd.conf 配置文件中删除 Options 的 Indexes 设置即可。</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45720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修改 httpd.conf 配置文件：</a:t>
            </a: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u"/>
            </a:pPr>
            <a:r>
              <a:rPr kumimoji="0" lang="zh-CN" altLang="zh-CN" sz="1800" b="0" i="0" u="none" strike="noStrike" cap="none" normalizeH="0" baseline="0" dirty="0">
                <a:ln>
                  <a:noFill/>
                </a:ln>
                <a:solidFill>
                  <a:srgbClr val="880000"/>
                </a:solidFill>
                <a:effectLst/>
                <a:latin typeface="Times New Roman" panose="02020603050405020304" pitchFamily="18" charset="0"/>
                <a:ea typeface="微软雅黑" panose="020B0503020204020204" pitchFamily="34" charset="-122"/>
                <a:cs typeface="Times New Roman" panose="02020603050405020304" pitchFamily="18" charset="0"/>
              </a:rPr>
              <a:t>#Options Indexes FollowSymLinks #删掉Indexes</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u"/>
            </a:pP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Options</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FollowSymLinks</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u"/>
            </a:pP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AllowOverride</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None</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u"/>
            </a:pP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Order</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allow</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deny</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u"/>
            </a:pPr>
            <a:r>
              <a:rPr kumimoji="0" lang="zh-CN" altLang="zh-CN" sz="1800" b="0" i="0" u="none" strike="noStrike" cap="none" normalizeH="0" baseline="0" dirty="0">
                <a:ln>
                  <a:noFill/>
                </a:ln>
                <a:solidFill>
                  <a:srgbClr val="660066"/>
                </a:solidFill>
                <a:effectLst/>
                <a:latin typeface="Times New Roman" panose="02020603050405020304" pitchFamily="18" charset="0"/>
                <a:ea typeface="微软雅黑" panose="020B0503020204020204" pitchFamily="34" charset="-122"/>
                <a:cs typeface="Times New Roman" panose="02020603050405020304" pitchFamily="18" charset="0"/>
              </a:rPr>
              <a:t>Allow</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from all</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将</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Options Indexes FollowSymLinks</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中的</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Indexes</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去掉，就可以禁止 Apache 显示该目录结构。</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Indexes</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的作用就是当该目录下没有 index.html 文件时，自动显示目录结构。</a:t>
            </a:r>
          </a:p>
          <a:p>
            <a:pPr marL="457200" marR="0" lvl="0" indent="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重新启动 Apache 服务。</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11</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250070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错误页面重定向</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1373175" y="1951388"/>
            <a:ext cx="10079685" cy="452110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Apache 错误页面重定向功能可以防止敏感信息泄露。</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45720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修改 httpd.conf 配置文件：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Arial" panose="020B0604020202020204" pitchFamily="34" charset="0"/>
              <a:buChar char="•"/>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ErrorDocument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400</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custom400</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html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Arial" panose="020B0604020202020204" pitchFamily="34" charset="0"/>
              <a:buChar char="•"/>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ErrorDocument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401</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custom401</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html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Arial" panose="020B0604020202020204" pitchFamily="34" charset="0"/>
              <a:buChar char="•"/>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ErrorDocument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403</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custom403</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html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Arial" panose="020B0604020202020204" pitchFamily="34" charset="0"/>
              <a:buChar char="•"/>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ErrorDocument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404</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custom404</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html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Arial" panose="020B0604020202020204" pitchFamily="34" charset="0"/>
              <a:buChar char="•"/>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ErrorDocument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405</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custom405</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html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Arial" panose="020B0604020202020204" pitchFamily="34" charset="0"/>
              <a:buChar char="•"/>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ErrorDocument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500</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custom500</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html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 Customxxx.html 为要设置的错误页面。</a:t>
            </a:r>
          </a:p>
          <a:p>
            <a:pPr marL="457200" marR="0" lvl="0" indent="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重新启动 Apache 服务。</a:t>
            </a: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latin typeface="Arial" panose="020B0604020202020204" pitchFamily="34" charset="0"/>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 此项配置需要应用系统设有错误页面，或者不在 httpd 中设置，而完全由业务逻辑实现。</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12</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250070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zh-CN" sz="2400" b="1" dirty="0">
                <a:solidFill>
                  <a:srgbClr val="333333"/>
                </a:solidFill>
                <a:ea typeface="Roboto"/>
              </a:rPr>
              <a:t>拒绝服务防范</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021716" y="2256792"/>
            <a:ext cx="10116818" cy="36901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根据业务需要，合理设置 session 时间，防止拒绝服务攻击。</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45720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修改 httpd.conf 配置文件: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n"/>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Timeout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10</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880000"/>
                </a:solidFill>
                <a:effectLst/>
                <a:latin typeface="Consolas" panose="020B0609020204030204" pitchFamily="49" charset="0"/>
                <a:ea typeface="Roboto"/>
              </a:rPr>
              <a:t>#客户端与服务器端建立连接前的时间间隔</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n"/>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KeepAlive</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On</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742950" marR="0" lvl="1"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n"/>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KeepAliveTimeout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15</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a:t>
            </a:r>
            <a:r>
              <a:rPr kumimoji="0" lang="zh-CN" altLang="zh-CN" sz="1800" b="0" i="0" u="none" strike="noStrike" cap="none" normalizeH="0" baseline="0" dirty="0">
                <a:ln>
                  <a:noFill/>
                </a:ln>
                <a:solidFill>
                  <a:srgbClr val="880000"/>
                </a:solidFill>
                <a:effectLst/>
                <a:latin typeface="Consolas" panose="020B0609020204030204" pitchFamily="49" charset="0"/>
                <a:ea typeface="Roboto"/>
              </a:rPr>
              <a:t>#限制每个 session 的保持时间是 15 秒 注：此处为一建议值，具体的设定需要根据现实情况。</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0" indent="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333333"/>
                </a:solidFill>
                <a:effectLst/>
                <a:ea typeface="Roboto"/>
              </a:rPr>
              <a:t>重新启动 Apache 服务。</a:t>
            </a:r>
            <a:endParaRPr kumimoji="0" lang="zh-CN" altLang="zh-CN" sz="1800" b="0" i="0" u="none" strike="noStrike" cap="none" normalizeH="0" baseline="0" dirty="0">
              <a:ln>
                <a:noFill/>
              </a:ln>
              <a:solidFill>
                <a:srgbClr val="333333"/>
              </a:solidFill>
              <a:effectLst/>
              <a:latin typeface="Arial" panose="020B0604020202020204" pitchFamily="34" charset="0"/>
              <a:ea typeface="Roboto"/>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latin typeface="Arial" panose="020B0604020202020204" pitchFamily="34" charset="0"/>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 </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默认值为</a:t>
            </a: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Timeout 120</a:t>
            </a:r>
            <a:r>
              <a:rPr kumimoji="0" lang="zh-CN" altLang="zh-CN" sz="1800" b="0" i="0" u="none" strike="noStrike" cap="none" normalizeH="0" baseline="0" dirty="0">
                <a:ln>
                  <a:noFill/>
                </a:ln>
                <a:solidFill>
                  <a:srgbClr val="333333"/>
                </a:solidFill>
                <a:effectLst/>
                <a:ea typeface="Roboto"/>
              </a:rPr>
              <a:t>，</a:t>
            </a: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KeepAlive Off</a:t>
            </a:r>
            <a:r>
              <a:rPr kumimoji="0" lang="zh-CN" altLang="zh-CN" sz="1800" b="0" i="0" u="none" strike="noStrike" cap="none" normalizeH="0" baseline="0" dirty="0">
                <a:ln>
                  <a:noFill/>
                </a:ln>
                <a:solidFill>
                  <a:srgbClr val="333333"/>
                </a:solidFill>
                <a:effectLst/>
                <a:ea typeface="Roboto"/>
              </a:rPr>
              <a:t>，</a:t>
            </a: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KeepAliveTimeout 15</a:t>
            </a:r>
            <a:r>
              <a:rPr kumimoji="0" lang="zh-CN" altLang="zh-CN" sz="1800" b="0" i="0" u="none" strike="noStrike" cap="none" normalizeH="0" baseline="0" dirty="0">
                <a:ln>
                  <a:noFill/>
                </a:ln>
                <a:solidFill>
                  <a:srgbClr val="333333"/>
                </a:solidFill>
                <a:effectLst/>
                <a:ea typeface="Roboto"/>
              </a:rPr>
              <a:t>，该项设置涉及性能调整。</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13</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隐藏 </a:t>
            </a:r>
            <a:r>
              <a:rPr lang="en-US" altLang="zh-CN" sz="2400" b="1" dirty="0">
                <a:solidFill>
                  <a:srgbClr val="333333"/>
                </a:solidFill>
                <a:ea typeface="Roboto"/>
              </a:rPr>
              <a:t>Apache </a:t>
            </a:r>
            <a:r>
              <a:rPr lang="zh-CN" altLang="en-US" sz="2400" b="1" dirty="0">
                <a:solidFill>
                  <a:srgbClr val="333333"/>
                </a:solidFill>
                <a:ea typeface="Roboto"/>
              </a:rPr>
              <a:t>的版本号</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920679" y="379249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关闭 </a:t>
            </a:r>
            <a:r>
              <a:rPr lang="en-US" altLang="zh-CN" sz="2400" b="1" dirty="0">
                <a:solidFill>
                  <a:srgbClr val="333333"/>
                </a:solidFill>
                <a:ea typeface="Roboto"/>
              </a:rPr>
              <a:t>TRACE</a:t>
            </a:r>
            <a:r>
              <a:rPr lang="zh-CN" altLang="en-US" sz="2400" b="1" dirty="0">
                <a:solidFill>
                  <a:srgbClr val="333333"/>
                </a:solidFill>
                <a:ea typeface="Roboto"/>
              </a:rPr>
              <a:t>功能</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1449000" y="2095275"/>
            <a:ext cx="7195961" cy="120199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隐藏 Apache 的版本号及其它敏感信息。</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修改 httpd.conf 配置文件：</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660066"/>
                </a:solidFill>
                <a:effectLst/>
                <a:latin typeface="Consolas" panose="020B0609020204030204" pitchFamily="49" charset="0"/>
              </a:rPr>
              <a:t>ServerSignature</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0066"/>
                </a:solidFill>
                <a:effectLst/>
                <a:latin typeface="Consolas" panose="020B0609020204030204" pitchFamily="49" charset="0"/>
              </a:rPr>
              <a:t>Off</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0066"/>
                </a:solidFill>
                <a:effectLst/>
                <a:latin typeface="Consolas" panose="020B0609020204030204" pitchFamily="49" charset="0"/>
              </a:rPr>
              <a:t>ServerTokens</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0066"/>
                </a:solidFill>
                <a:effectLst/>
                <a:latin typeface="Consolas" panose="020B0609020204030204" pitchFamily="49" charset="0"/>
              </a:rPr>
              <a:t>Prod</a:t>
            </a:r>
            <a:endParaRPr kumimoji="0" lang="zh-CN" altLang="zh-CN" sz="1800" b="0" i="0" u="none" strike="noStrike" cap="none" normalizeH="0" baseline="0" dirty="0">
              <a:ln>
                <a:noFill/>
              </a:ln>
              <a:solidFill>
                <a:srgbClr val="333333"/>
              </a:solidFill>
              <a:effectLst/>
              <a:latin typeface="Consolas" panose="020B0609020204030204" pitchFamily="49" charset="0"/>
            </a:endParaRPr>
          </a:p>
        </p:txBody>
      </p:sp>
      <p:sp>
        <p:nvSpPr>
          <p:cNvPr id="10" name="Rectangle 1"/>
          <p:cNvSpPr>
            <a:spLocks noChangeArrowheads="1"/>
          </p:cNvSpPr>
          <p:nvPr/>
        </p:nvSpPr>
        <p:spPr bwMode="auto">
          <a:xfrm>
            <a:off x="1543122" y="4374083"/>
            <a:ext cx="7078979" cy="161262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关闭 TRACE 功能，防止 TRACE 方法被访问者恶意利用。</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在 /etc/httpd/conf/httpd.conf 配置文件中添加以下设置参数：</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660066"/>
                </a:solidFill>
                <a:effectLst/>
                <a:latin typeface="Consolas" panose="020B0609020204030204" pitchFamily="49" charset="0"/>
              </a:rPr>
              <a:t>TraceEnable</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0066"/>
                </a:solidFill>
                <a:effectLst/>
                <a:latin typeface="Consolas" panose="020B0609020204030204" pitchFamily="49" charset="0"/>
              </a:rPr>
              <a:t>Off</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 该参数适用于 Apache 2.0 以上版本。</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14</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禁用 </a:t>
            </a:r>
            <a:r>
              <a:rPr lang="en-US" altLang="zh-CN" sz="2400" b="1" dirty="0">
                <a:solidFill>
                  <a:srgbClr val="333333"/>
                </a:solidFill>
                <a:ea typeface="Roboto"/>
              </a:rPr>
              <a:t>CGI</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1"/>
          <p:cNvSpPr>
            <a:spLocks noChangeArrowheads="1"/>
          </p:cNvSpPr>
          <p:nvPr/>
        </p:nvSpPr>
        <p:spPr bwMode="auto">
          <a:xfrm>
            <a:off x="1449000" y="2095275"/>
            <a:ext cx="9946710" cy="120199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en-US" sz="1800" dirty="0">
                <a:solidFill>
                  <a:srgbClr val="333333"/>
                </a:solidFill>
                <a:ea typeface="Roboto"/>
              </a:rPr>
              <a:t>如果服务器上不需要运行 </a:t>
            </a:r>
            <a:r>
              <a:rPr lang="en-US" altLang="zh-CN" sz="1800" dirty="0">
                <a:solidFill>
                  <a:srgbClr val="333333"/>
                </a:solidFill>
                <a:ea typeface="Roboto"/>
              </a:rPr>
              <a:t>CGI </a:t>
            </a:r>
            <a:r>
              <a:rPr lang="zh-CN" altLang="en-US" sz="1800" dirty="0">
                <a:solidFill>
                  <a:srgbClr val="333333"/>
                </a:solidFill>
                <a:ea typeface="Roboto"/>
              </a:rPr>
              <a:t>程序，建议禁用 </a:t>
            </a:r>
            <a:r>
              <a:rPr lang="en-US" altLang="zh-CN" sz="1800" dirty="0">
                <a:solidFill>
                  <a:srgbClr val="333333"/>
                </a:solidFill>
                <a:ea typeface="Roboto"/>
              </a:rPr>
              <a:t>CGI</a:t>
            </a:r>
            <a:r>
              <a:rPr lang="zh-CN" altLang="en-US" sz="1800" dirty="0">
                <a:solidFill>
                  <a:srgbClr val="333333"/>
                </a:solidFill>
                <a:ea typeface="Roboto"/>
              </a:rPr>
              <a:t>。</a:t>
            </a:r>
          </a:p>
          <a:p>
            <a:pPr lvl="0" indent="457200" defTabSz="914400">
              <a:lnSpc>
                <a:spcPct val="150000"/>
              </a:lnSpc>
            </a:pPr>
            <a:r>
              <a:rPr lang="zh-CN" altLang="en-US" sz="1800" dirty="0">
                <a:solidFill>
                  <a:srgbClr val="333333"/>
                </a:solidFill>
                <a:ea typeface="Roboto"/>
              </a:rPr>
              <a:t>如果没有</a:t>
            </a:r>
            <a:r>
              <a:rPr lang="en-US" altLang="zh-CN" sz="1800" dirty="0">
                <a:solidFill>
                  <a:srgbClr val="333333"/>
                </a:solidFill>
                <a:ea typeface="Roboto"/>
              </a:rPr>
              <a:t>CGI</a:t>
            </a:r>
            <a:r>
              <a:rPr lang="zh-CN" altLang="en-US" sz="1800" dirty="0">
                <a:solidFill>
                  <a:srgbClr val="333333"/>
                </a:solidFill>
                <a:ea typeface="Roboto"/>
              </a:rPr>
              <a:t>程序，可以修改 </a:t>
            </a:r>
            <a:r>
              <a:rPr lang="en-US" altLang="zh-CN" sz="1800" dirty="0">
                <a:solidFill>
                  <a:srgbClr val="333333"/>
                </a:solidFill>
                <a:ea typeface="Roboto"/>
              </a:rPr>
              <a:t>/</a:t>
            </a:r>
            <a:r>
              <a:rPr lang="en-US" altLang="zh-CN" sz="1800" dirty="0" err="1">
                <a:solidFill>
                  <a:srgbClr val="333333"/>
                </a:solidFill>
                <a:ea typeface="Roboto"/>
              </a:rPr>
              <a:t>etc</a:t>
            </a:r>
            <a:r>
              <a:rPr lang="en-US" altLang="zh-CN" sz="1800" dirty="0">
                <a:solidFill>
                  <a:srgbClr val="333333"/>
                </a:solidFill>
                <a:ea typeface="Roboto"/>
              </a:rPr>
              <a:t>/httpd/conf/</a:t>
            </a:r>
            <a:r>
              <a:rPr lang="en-US" altLang="zh-CN" sz="1800" dirty="0" err="1">
                <a:solidFill>
                  <a:srgbClr val="333333"/>
                </a:solidFill>
                <a:ea typeface="Roboto"/>
              </a:rPr>
              <a:t>httpd.conf</a:t>
            </a:r>
            <a:r>
              <a:rPr lang="en-US" altLang="zh-CN" sz="1800" dirty="0">
                <a:solidFill>
                  <a:srgbClr val="333333"/>
                </a:solidFill>
                <a:ea typeface="Roboto"/>
              </a:rPr>
              <a:t> </a:t>
            </a:r>
            <a:r>
              <a:rPr lang="zh-CN" altLang="en-US" sz="1800" dirty="0">
                <a:solidFill>
                  <a:srgbClr val="333333"/>
                </a:solidFill>
                <a:ea typeface="Roboto"/>
              </a:rPr>
              <a:t>配置文件，把 </a:t>
            </a:r>
            <a:r>
              <a:rPr lang="en-US" altLang="zh-CN" sz="1800" dirty="0" err="1">
                <a:solidFill>
                  <a:srgbClr val="333333"/>
                </a:solidFill>
                <a:ea typeface="Roboto"/>
              </a:rPr>
              <a:t>cgi</a:t>
            </a:r>
            <a:r>
              <a:rPr lang="en-US" altLang="zh-CN" sz="1800" dirty="0">
                <a:solidFill>
                  <a:srgbClr val="333333"/>
                </a:solidFill>
                <a:ea typeface="Roboto"/>
              </a:rPr>
              <a:t>-bin </a:t>
            </a:r>
            <a:r>
              <a:rPr lang="zh-CN" altLang="en-US" sz="1800" dirty="0">
                <a:solidFill>
                  <a:srgbClr val="333333"/>
                </a:solidFill>
                <a:ea typeface="Roboto"/>
              </a:rPr>
              <a:t>目录的配置和模块都进行注释。</a:t>
            </a:r>
          </a:p>
        </p:txBody>
      </p:sp>
      <p:pic>
        <p:nvPicPr>
          <p:cNvPr id="8" name="图片 7"/>
          <p:cNvPicPr>
            <a:picLocks noChangeAspect="1"/>
          </p:cNvPicPr>
          <p:nvPr/>
        </p:nvPicPr>
        <p:blipFill rotWithShape="1">
          <a:blip r:embed="rId3"/>
          <a:srcRect l="303" t="-105" r="51548" b="105"/>
          <a:stretch>
            <a:fillRect/>
          </a:stretch>
        </p:blipFill>
        <p:spPr>
          <a:xfrm>
            <a:off x="3354365" y="3534569"/>
            <a:ext cx="5451520" cy="23474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15</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zh-CN" sz="2400" b="1" dirty="0">
                <a:solidFill>
                  <a:srgbClr val="333333"/>
                </a:solidFill>
                <a:ea typeface="Roboto"/>
              </a:rPr>
              <a:t>绑定监听地址</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1059543" y="2188901"/>
            <a:ext cx="10073277" cy="285911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服务器有多个 IP 地址时，只监听提供服务的 IP 地址。</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执行以下命令查看是否绑定 IP 地址。</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1"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cat </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etc</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httpd</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conf</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httpd</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conf</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grep </a:t>
            </a: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Listen</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0" algn="l" defTabSz="914400" rtl="0" eaLnBrk="0" fontAlgn="base" latinLnBrk="0" hangingPunct="0">
              <a:lnSpc>
                <a:spcPct val="150000"/>
              </a:lnSpc>
              <a:spcBef>
                <a:spcPct val="0"/>
              </a:spcBef>
              <a:spcAft>
                <a:spcPct val="0"/>
              </a:spcAft>
              <a:buClrTx/>
              <a:buSzTx/>
              <a:buFontTx/>
              <a:buAutoNum type="arabicPeriod" startAt="2"/>
            </a:pPr>
            <a:r>
              <a:rPr kumimoji="0" lang="zh-CN" altLang="zh-CN" sz="1800" b="0" i="0" u="none" strike="noStrike" cap="none" normalizeH="0" baseline="0" dirty="0">
                <a:ln>
                  <a:noFill/>
                </a:ln>
                <a:solidFill>
                  <a:srgbClr val="333333"/>
                </a:solidFill>
                <a:effectLst/>
                <a:ea typeface="Roboto"/>
              </a:rPr>
              <a:t>修改 /etc/httpd/conf/httpd.conf 配置文件。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1"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660066"/>
                </a:solidFill>
                <a:effectLst/>
                <a:latin typeface="Consolas" panose="020B0609020204030204" pitchFamily="49" charset="0"/>
                <a:ea typeface="Roboto"/>
              </a:rPr>
              <a:t>Listen</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 x</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x</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x</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0000"/>
                </a:solidFill>
                <a:effectLst/>
                <a:latin typeface="Consolas" panose="020B0609020204030204" pitchFamily="49" charset="0"/>
                <a:ea typeface="Roboto"/>
              </a:rPr>
              <a:t>x</a:t>
            </a:r>
            <a:r>
              <a:rPr kumimoji="0" lang="zh-CN" altLang="zh-CN" sz="1800" b="0" i="0" u="none" strike="noStrike" cap="none" normalizeH="0" baseline="0" dirty="0">
                <a:ln>
                  <a:noFill/>
                </a:ln>
                <a:solidFill>
                  <a:srgbClr val="666600"/>
                </a:solidFill>
                <a:effectLst/>
                <a:latin typeface="Consolas" panose="020B0609020204030204" pitchFamily="49" charset="0"/>
                <a:ea typeface="Roboto"/>
              </a:rPr>
              <a:t>:</a:t>
            </a:r>
            <a:r>
              <a:rPr kumimoji="0" lang="zh-CN" altLang="zh-CN" sz="1800" b="0" i="0" u="none" strike="noStrike" cap="none" normalizeH="0" baseline="0" dirty="0">
                <a:ln>
                  <a:noFill/>
                </a:ln>
                <a:solidFill>
                  <a:srgbClr val="006666"/>
                </a:solidFill>
                <a:effectLst/>
                <a:latin typeface="Consolas" panose="020B0609020204030204" pitchFamily="49" charset="0"/>
                <a:ea typeface="Roboto"/>
              </a:rPr>
              <a:t>80</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ea typeface="Roboto"/>
              </a:rPr>
              <a:t>监听功能默认监听所有地址，如果服务器只有一个 IP 地址可不修改该项设置，如果有多个 IP 可根据需要进行设置。</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16</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删除缺省安装的无用文件</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Rectangle 1"/>
          <p:cNvSpPr>
            <a:spLocks noChangeArrowheads="1"/>
          </p:cNvSpPr>
          <p:nvPr/>
        </p:nvSpPr>
        <p:spPr bwMode="auto">
          <a:xfrm>
            <a:off x="1727997" y="1938868"/>
            <a:ext cx="9439113" cy="4521109"/>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删除缺省 HTML 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1"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880000"/>
                </a:solidFill>
                <a:effectLst/>
                <a:latin typeface="Consolas" panose="020B0609020204030204" pitchFamily="49" charset="0"/>
                <a:ea typeface="Roboto"/>
              </a:rPr>
              <a:t># rm -rf /usr/local/apache2/htdocs/*</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ea typeface="Roboto"/>
              </a:rPr>
              <a:t>删除缺省的 CGI 脚本：</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1"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880000"/>
                </a:solidFill>
                <a:effectLst/>
                <a:latin typeface="Consolas" panose="020B0609020204030204" pitchFamily="49" charset="0"/>
                <a:ea typeface="Roboto"/>
              </a:rPr>
              <a:t># rm –rf /usr/local/apache2/cgi-bin/*</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ea typeface="Roboto"/>
              </a:rPr>
              <a:t>删除 Apache 说明文件：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1"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880000"/>
                </a:solidFill>
                <a:effectLst/>
                <a:latin typeface="Consolas" panose="020B0609020204030204" pitchFamily="49" charset="0"/>
                <a:ea typeface="Roboto"/>
              </a:rPr>
              <a:t># rm –rf /usr/local/apache2/manual</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ea typeface="Roboto"/>
              </a:rPr>
              <a:t>删除源代码文件：</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457200" marR="0" lvl="1"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880000"/>
                </a:solidFill>
                <a:effectLst/>
                <a:latin typeface="Consolas" panose="020B0609020204030204" pitchFamily="49" charset="0"/>
                <a:ea typeface="Roboto"/>
              </a:rPr>
              <a:t># rm -rf /path/to/httpd-2.2.4*</a:t>
            </a:r>
            <a:endParaRPr kumimoji="0" lang="zh-CN" altLang="zh-CN" sz="1800" b="0" i="0" u="none" strike="noStrike" cap="none" normalizeH="0" baseline="0" dirty="0">
              <a:ln>
                <a:noFill/>
              </a:ln>
              <a:solidFill>
                <a:srgbClr val="333333"/>
              </a:solidFill>
              <a:effectLst/>
              <a:latin typeface="Consolas" panose="020B0609020204030204" pitchFamily="49" charset="0"/>
              <a:ea typeface="Roboto"/>
            </a:endParaRPr>
          </a:p>
          <a:p>
            <a:pPr marL="0" marR="0" lvl="0" indent="0" algn="l" defTabSz="914400" rtl="0" eaLnBrk="0" fontAlgn="base" latinLnBrk="0" hangingPunct="0">
              <a:lnSpc>
                <a:spcPct val="150000"/>
              </a:lnSpc>
              <a:spcBef>
                <a:spcPct val="0"/>
              </a:spcBef>
              <a:spcAft>
                <a:spcPct val="0"/>
              </a:spcAft>
              <a:buClrTx/>
              <a:buSzTx/>
              <a:buFontTx/>
              <a:buChar char="•"/>
            </a:pPr>
            <a:r>
              <a:rPr kumimoji="0" lang="zh-CN" altLang="zh-CN" sz="1800" b="0" i="0" u="none" strike="noStrike" cap="none" normalizeH="0" baseline="0" dirty="0">
                <a:ln>
                  <a:noFill/>
                </a:ln>
                <a:solidFill>
                  <a:srgbClr val="333333"/>
                </a:solidFill>
                <a:effectLst/>
                <a:ea typeface="Roboto"/>
              </a:rPr>
              <a:t>删除 CGI。</a:t>
            </a:r>
            <a:endParaRPr kumimoji="0" lang="zh-CN" altLang="zh-CN" sz="1800" b="0" i="0" u="none" strike="noStrike" cap="none" normalizeH="0" baseline="0" dirty="0">
              <a:ln>
                <a:noFill/>
              </a:ln>
              <a:solidFill>
                <a:srgbClr val="333333"/>
              </a:solidFill>
              <a:effectLst/>
              <a:latin typeface="Arial" panose="020B0604020202020204" pitchFamily="34" charset="0"/>
              <a:ea typeface="Roboto"/>
            </a:endParaRP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可根据实际情况删除，一般情况下 /var/www/html /var/www/cgi-bin 默认就是空的。</a:t>
            </a:r>
          </a:p>
          <a:p>
            <a:pPr marL="0" marR="0" lvl="0" indent="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latin typeface="Arial" panose="020B0604020202020204" pitchFamily="34" charset="0"/>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 </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根据安装步骤不同和版本不同，某些目录或文件可能不存在或位置不同。</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17</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Apache</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禁用非法 </a:t>
            </a:r>
            <a:r>
              <a:rPr lang="en-US" altLang="zh-CN" sz="2400" b="1" dirty="0">
                <a:solidFill>
                  <a:srgbClr val="333333"/>
                </a:solidFill>
                <a:ea typeface="Roboto"/>
              </a:rPr>
              <a:t>HTTP </a:t>
            </a:r>
            <a:r>
              <a:rPr lang="zh-CN" altLang="en-US" sz="2400" b="1" dirty="0">
                <a:solidFill>
                  <a:srgbClr val="333333"/>
                </a:solidFill>
                <a:ea typeface="Roboto"/>
              </a:rPr>
              <a:t>方法</a:t>
            </a:r>
            <a:endParaRPr kumimoji="0" lang="zh-CN" altLang="zh-CN" sz="2400" b="1"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1"/>
          <p:cNvSpPr>
            <a:spLocks noChangeArrowheads="1"/>
          </p:cNvSpPr>
          <p:nvPr/>
        </p:nvSpPr>
        <p:spPr bwMode="auto">
          <a:xfrm>
            <a:off x="756849" y="2081131"/>
            <a:ext cx="11038914" cy="410561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禁用 PUT、DELETE 等危险的 HTTP 方法。</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修改 httpd.conf 配置文件，只允许 get、post 方法。</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742950" marR="0" lvl="0"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Ø"/>
            </a:pPr>
            <a:r>
              <a:rPr kumimoji="0" lang="zh-CN" altLang="zh-CN" sz="1800" b="0" i="0" u="none" strike="noStrike" cap="none" normalizeH="0" baseline="0" dirty="0">
                <a:ln>
                  <a:noFill/>
                </a:ln>
                <a:solidFill>
                  <a:srgbClr val="666600"/>
                </a:solidFill>
                <a:effectLst/>
                <a:latin typeface="Consolas" panose="020B0609020204030204" pitchFamily="49" charset="0"/>
              </a:rPr>
              <a:t>&lt;</a:t>
            </a:r>
            <a:r>
              <a:rPr kumimoji="0" lang="zh-CN" altLang="zh-CN" sz="1800" b="0" i="0" u="none" strike="noStrike" cap="none" normalizeH="0" baseline="0" dirty="0">
                <a:ln>
                  <a:noFill/>
                </a:ln>
                <a:solidFill>
                  <a:srgbClr val="660066"/>
                </a:solidFill>
                <a:effectLst/>
                <a:latin typeface="Consolas" panose="020B0609020204030204" pitchFamily="49" charset="0"/>
              </a:rPr>
              <a:t>Location</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6600"/>
                </a:solidFill>
                <a:effectLst/>
                <a:latin typeface="Consolas" panose="020B0609020204030204" pitchFamily="49" charset="0"/>
              </a:rPr>
              <a:t>/&gt;</a:t>
            </a:r>
            <a:r>
              <a:rPr kumimoji="0" lang="zh-CN" altLang="zh-CN" sz="1800" b="0" i="0" u="none" strike="noStrike" cap="none" normalizeH="0" baseline="0" dirty="0">
                <a:ln>
                  <a:noFill/>
                </a:ln>
                <a:solidFill>
                  <a:srgbClr val="000000"/>
                </a:solidFill>
                <a:effectLst/>
                <a:latin typeface="Consolas" panose="020B0609020204030204" pitchFamily="49" charset="0"/>
              </a:rPr>
              <a:t> </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742950" marR="0" lvl="0"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Ø"/>
            </a:pPr>
            <a:r>
              <a:rPr kumimoji="0" lang="zh-CN" altLang="zh-CN" sz="1800" b="0" i="0" u="none" strike="noStrike" cap="none" normalizeH="0" baseline="0" dirty="0">
                <a:ln>
                  <a:noFill/>
                </a:ln>
                <a:solidFill>
                  <a:srgbClr val="666600"/>
                </a:solidFill>
                <a:effectLst/>
                <a:latin typeface="Consolas" panose="020B0609020204030204" pitchFamily="49" charset="0"/>
              </a:rPr>
              <a:t>&lt;</a:t>
            </a:r>
            <a:r>
              <a:rPr kumimoji="0" lang="zh-CN" altLang="zh-CN" sz="1800" b="0" i="0" u="none" strike="noStrike" cap="none" normalizeH="0" baseline="0" dirty="0">
                <a:ln>
                  <a:noFill/>
                </a:ln>
                <a:solidFill>
                  <a:srgbClr val="660066"/>
                </a:solidFill>
                <a:effectLst/>
                <a:latin typeface="Consolas" panose="020B0609020204030204" pitchFamily="49" charset="0"/>
              </a:rPr>
              <a:t>LimitExcept</a:t>
            </a:r>
            <a:r>
              <a:rPr kumimoji="0" lang="zh-CN" altLang="zh-CN" sz="1800" b="0" i="0" u="none" strike="noStrike" cap="none" normalizeH="0" baseline="0" dirty="0">
                <a:ln>
                  <a:noFill/>
                </a:ln>
                <a:solidFill>
                  <a:srgbClr val="000000"/>
                </a:solidFill>
                <a:effectLst/>
                <a:latin typeface="Consolas" panose="020B0609020204030204" pitchFamily="49" charset="0"/>
              </a:rPr>
              <a:t> GET POST CONNECT OPTIONS</a:t>
            </a:r>
            <a:r>
              <a:rPr kumimoji="0" lang="zh-CN" altLang="zh-CN" sz="1800" b="0" i="0" u="none" strike="noStrike" cap="none" normalizeH="0" baseline="0" dirty="0">
                <a:ln>
                  <a:noFill/>
                </a:ln>
                <a:solidFill>
                  <a:srgbClr val="666600"/>
                </a:solidFill>
                <a:effectLst/>
                <a:latin typeface="Consolas" panose="020B0609020204030204" pitchFamily="49" charset="0"/>
              </a:rPr>
              <a:t>&gt;</a:t>
            </a:r>
            <a:r>
              <a:rPr kumimoji="0" lang="zh-CN" altLang="zh-CN" sz="1800" b="0" i="0" u="none" strike="noStrike" cap="none" normalizeH="0" baseline="0" dirty="0">
                <a:ln>
                  <a:noFill/>
                </a:ln>
                <a:solidFill>
                  <a:srgbClr val="000000"/>
                </a:solidFill>
                <a:effectLst/>
                <a:latin typeface="Consolas" panose="020B0609020204030204" pitchFamily="49" charset="0"/>
              </a:rPr>
              <a:t> </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742950" marR="0" lvl="0"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rPr>
              <a:t>Order</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0066"/>
                </a:solidFill>
                <a:effectLst/>
                <a:latin typeface="Consolas" panose="020B0609020204030204" pitchFamily="49" charset="0"/>
              </a:rPr>
              <a:t>Allow</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660066"/>
                </a:solidFill>
                <a:effectLst/>
                <a:latin typeface="Consolas" panose="020B0609020204030204" pitchFamily="49" charset="0"/>
              </a:rPr>
              <a:t>Deny</a:t>
            </a:r>
            <a:r>
              <a:rPr kumimoji="0" lang="zh-CN" altLang="zh-CN" sz="1800" b="0" i="0" u="none" strike="noStrike" cap="none" normalizeH="0" baseline="0" dirty="0">
                <a:ln>
                  <a:noFill/>
                </a:ln>
                <a:solidFill>
                  <a:srgbClr val="000000"/>
                </a:solidFill>
                <a:effectLst/>
                <a:latin typeface="Consolas" panose="020B0609020204030204" pitchFamily="49" charset="0"/>
              </a:rPr>
              <a:t> </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742950" marR="0" lvl="0"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Ø"/>
            </a:pPr>
            <a:r>
              <a:rPr kumimoji="0" lang="zh-CN" altLang="zh-CN" sz="1800" b="0" i="0" u="none" strike="noStrike" cap="none" normalizeH="0" baseline="0" dirty="0">
                <a:ln>
                  <a:noFill/>
                </a:ln>
                <a:solidFill>
                  <a:srgbClr val="660066"/>
                </a:solidFill>
                <a:effectLst/>
                <a:latin typeface="Consolas" panose="020B0609020204030204" pitchFamily="49" charset="0"/>
              </a:rPr>
              <a:t>Deny</a:t>
            </a:r>
            <a:r>
              <a:rPr kumimoji="0" lang="zh-CN" altLang="zh-CN" sz="1800" b="0" i="0" u="none" strike="noStrike" cap="none" normalizeH="0" baseline="0" dirty="0">
                <a:ln>
                  <a:noFill/>
                </a:ln>
                <a:solidFill>
                  <a:srgbClr val="000000"/>
                </a:solidFill>
                <a:effectLst/>
                <a:latin typeface="Consolas" panose="020B0609020204030204" pitchFamily="49" charset="0"/>
              </a:rPr>
              <a:t> from all </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742950" marR="0" lvl="0"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Ø"/>
            </a:pPr>
            <a:r>
              <a:rPr kumimoji="0" lang="zh-CN" altLang="zh-CN" sz="1800" b="0" i="0" u="none" strike="noStrike" cap="none" normalizeH="0" baseline="0" dirty="0">
                <a:ln>
                  <a:noFill/>
                </a:ln>
                <a:solidFill>
                  <a:srgbClr val="666600"/>
                </a:solidFill>
                <a:effectLst/>
                <a:latin typeface="Consolas" panose="020B0609020204030204" pitchFamily="49" charset="0"/>
              </a:rPr>
              <a:t>&lt;/</a:t>
            </a:r>
            <a:r>
              <a:rPr kumimoji="0" lang="zh-CN" altLang="zh-CN" sz="1800" b="0" i="0" u="none" strike="noStrike" cap="none" normalizeH="0" baseline="0" dirty="0">
                <a:ln>
                  <a:noFill/>
                </a:ln>
                <a:solidFill>
                  <a:srgbClr val="660066"/>
                </a:solidFill>
                <a:effectLst/>
                <a:latin typeface="Consolas" panose="020B0609020204030204" pitchFamily="49" charset="0"/>
              </a:rPr>
              <a:t>LimitExcept</a:t>
            </a:r>
            <a:r>
              <a:rPr kumimoji="0" lang="zh-CN" altLang="zh-CN" sz="1800" b="0" i="0" u="none" strike="noStrike" cap="none" normalizeH="0" baseline="0" dirty="0">
                <a:ln>
                  <a:noFill/>
                </a:ln>
                <a:solidFill>
                  <a:srgbClr val="666600"/>
                </a:solidFill>
                <a:effectLst/>
                <a:latin typeface="Consolas" panose="020B0609020204030204" pitchFamily="49" charset="0"/>
              </a:rPr>
              <a:t>&gt;</a:t>
            </a:r>
            <a:r>
              <a:rPr kumimoji="0" lang="zh-CN" altLang="zh-CN" sz="1800" b="0" i="0" u="none" strike="noStrike" cap="none" normalizeH="0" baseline="0" dirty="0">
                <a:ln>
                  <a:noFill/>
                </a:ln>
                <a:solidFill>
                  <a:srgbClr val="000000"/>
                </a:solidFill>
                <a:effectLst/>
                <a:latin typeface="Consolas" panose="020B0609020204030204" pitchFamily="49" charset="0"/>
              </a:rPr>
              <a:t> </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742950" marR="0" lvl="0" indent="-285750" algn="l" defTabSz="914400" rtl="0" eaLnBrk="0" fontAlgn="base" latinLnBrk="0" hangingPunct="0">
              <a:lnSpc>
                <a:spcPct val="150000"/>
              </a:lnSpc>
              <a:spcBef>
                <a:spcPct val="0"/>
              </a:spcBef>
              <a:spcAft>
                <a:spcPct val="0"/>
              </a:spcAft>
              <a:buClr>
                <a:srgbClr val="FFC000"/>
              </a:buClr>
              <a:buSzTx/>
              <a:buFont typeface="Wingdings" panose="05000000000000000000" pitchFamily="2" charset="2"/>
              <a:buChar char="Ø"/>
            </a:pPr>
            <a:r>
              <a:rPr kumimoji="0" lang="zh-CN" altLang="zh-CN" sz="1800" b="0" i="0" u="none" strike="noStrike" cap="none" normalizeH="0" baseline="0" dirty="0">
                <a:ln>
                  <a:noFill/>
                </a:ln>
                <a:solidFill>
                  <a:srgbClr val="666600"/>
                </a:solidFill>
                <a:effectLst/>
                <a:latin typeface="Consolas" panose="020B0609020204030204" pitchFamily="49" charset="0"/>
              </a:rPr>
              <a:t>&lt;/</a:t>
            </a:r>
            <a:r>
              <a:rPr kumimoji="0" lang="zh-CN" altLang="zh-CN" sz="1800" b="0" i="0" u="none" strike="noStrike" cap="none" normalizeH="0" baseline="0" dirty="0">
                <a:ln>
                  <a:noFill/>
                </a:ln>
                <a:solidFill>
                  <a:srgbClr val="660066"/>
                </a:solidFill>
                <a:effectLst/>
                <a:latin typeface="Consolas" panose="020B0609020204030204" pitchFamily="49" charset="0"/>
              </a:rPr>
              <a:t>Location</a:t>
            </a:r>
            <a:r>
              <a:rPr kumimoji="0" lang="zh-CN" altLang="zh-CN" sz="1800" b="0" i="0" u="none" strike="noStrike" cap="none" normalizeH="0" baseline="0" dirty="0">
                <a:ln>
                  <a:noFill/>
                </a:ln>
                <a:solidFill>
                  <a:srgbClr val="666600"/>
                </a:solidFill>
                <a:effectLst/>
                <a:latin typeface="Consolas" panose="020B0609020204030204" pitchFamily="49" charset="0"/>
              </a:rPr>
              <a:t>&gt;</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ea typeface="Roboto"/>
              </a:rPr>
              <a:t>您可根据需要进行设置，如果需要用到 PUT 或 Delete 等 HTTP 方法的话，在 /etc/httpd/conf/httpd.conf 配置文件中相应添加即可。</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Tomcat</a:t>
            </a:r>
            <a:r>
              <a:rPr lang="zh-CN" altLang="en-US" sz="4400" b="1" dirty="0">
                <a:solidFill>
                  <a:schemeClr val="bg1"/>
                </a:solidFill>
                <a:latin typeface="微软雅黑" panose="020B0503020204020204" pitchFamily="34" charset="-122"/>
                <a:ea typeface="微软雅黑" panose="020B0503020204020204" pitchFamily="34" charset="-122"/>
              </a:rPr>
              <a:t>服务安全加固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19</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Tomcat</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8" name="矩形 7"/>
          <p:cNvSpPr/>
          <p:nvPr/>
        </p:nvSpPr>
        <p:spPr>
          <a:xfrm>
            <a:off x="642547" y="1527241"/>
            <a:ext cx="10890324" cy="1710148"/>
          </a:xfrm>
          <a:prstGeom prst="rect">
            <a:avLst/>
          </a:prstGeom>
        </p:spPr>
        <p:txBody>
          <a:bodyPr wrap="square">
            <a:spAutoFit/>
          </a:bodyPr>
          <a:lstStyle/>
          <a:p>
            <a:pPr indent="457200" algn="just">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服务默认启用了管理后台功能，使用该后台可直接上传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war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文件包对站点进行部署和管理。由于运维人员的疏忽，可能导致管理后台存在空口令或者弱口令的漏洞，使得黑客或者不法分子可以利用该漏洞直接上传 </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Webshell</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脚本导致服务器沦陷。</a:t>
            </a:r>
          </a:p>
          <a:p>
            <a:pPr indent="457200" algn="just">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通常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后台管理的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URL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地址为 </a:t>
            </a:r>
            <a:r>
              <a:rPr lang="en-US" altLang="zh-CN"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hlinkClick r:id="rId3"/>
              </a:rPr>
              <a:t>http://iP:8080/manager/html/</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如下图所示：</a:t>
            </a:r>
            <a:endParaRPr lang="zh-CN" altLang="en-US" sz="18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Picture 2" descr="tomca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9390" y="3406797"/>
            <a:ext cx="4143375" cy="28956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p:nvSpPr>
        <p:spPr>
          <a:xfrm>
            <a:off x="642547" y="3726837"/>
            <a:ext cx="5906843" cy="879151"/>
          </a:xfrm>
          <a:prstGeom prst="rect">
            <a:avLst/>
          </a:prstGeom>
        </p:spPr>
        <p:txBody>
          <a:bodyPr wrap="square">
            <a:spAutoFit/>
          </a:bodyPr>
          <a:lstStyle/>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黑客通过猜解到的口令登录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管理后台后，可以上传 </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Webshell</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脚本导致服务器被入侵。</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20</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Tomcat</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安全加固方案</a:t>
            </a:r>
          </a:p>
        </p:txBody>
      </p:sp>
      <p:sp>
        <p:nvSpPr>
          <p:cNvPr id="8" name="矩形 7"/>
          <p:cNvSpPr/>
          <p:nvPr/>
        </p:nvSpPr>
        <p:spPr>
          <a:xfrm>
            <a:off x="1022209" y="2096384"/>
            <a:ext cx="10135054" cy="3782702"/>
          </a:xfrm>
          <a:prstGeom prst="rect">
            <a:avLst/>
          </a:prstGeom>
        </p:spPr>
        <p:txBody>
          <a:bodyPr wrap="square">
            <a:spAutoFit/>
          </a:bodyPr>
          <a:lstStyle/>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由于此类型漏洞可能对业务系统造成比较严重的危害，建议您针对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管理后台进行以下安全加固配置。</a:t>
            </a:r>
          </a:p>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网络访问控制</a:t>
            </a:r>
          </a:p>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如果您的业务不需要使用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管理后台管理业务代码，建议您使用</a:t>
            </a:r>
            <a:r>
              <a:rPr lang="zh-CN" altLang="en-US" sz="1800" dirty="0">
                <a:solidFill>
                  <a:srgbClr val="4183C4"/>
                </a:solidFill>
                <a:latin typeface="Times New Roman" panose="02020603050405020304" pitchFamily="18" charset="0"/>
                <a:ea typeface="微软雅黑" panose="020B0503020204020204" pitchFamily="34" charset="-122"/>
                <a:cs typeface="Times New Roman" panose="02020603050405020304" pitchFamily="18" charset="0"/>
                <a:hlinkClick r:id="rId3"/>
              </a:rPr>
              <a:t>安全组防火墙</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功能对管理后台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URL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地址进行拦截，或直接将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部署目录中 </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webapps</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文件夹中的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manager</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host-manager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文件夹全部删除，并注释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目录中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conf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文件夹中的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tomcat-users.xml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文件中的所有代码。</a:t>
            </a:r>
          </a:p>
          <a:p>
            <a:pPr indent="457200">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如果您的业务系统确实需要使用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管理后台进行业务代码的发布和管理，建议为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管理后台配置强口令，并修改默认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admin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用户，且密码长度不低于</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位，必须包含大写字母、特殊符号、数字组合。</a:t>
            </a:r>
            <a:endParaRPr lang="zh-CN" altLang="en-US" sz="1800" b="0" i="0" dirty="0">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21</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Tomcat</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安全加固方案</a:t>
            </a:r>
          </a:p>
        </p:txBody>
      </p:sp>
      <p:sp>
        <p:nvSpPr>
          <p:cNvPr id="8" name="矩形 7"/>
          <p:cNvSpPr/>
          <p:nvPr/>
        </p:nvSpPr>
        <p:spPr>
          <a:xfrm>
            <a:off x="1022209" y="2039234"/>
            <a:ext cx="10135054" cy="4198201"/>
          </a:xfrm>
          <a:prstGeom prst="rect">
            <a:avLst/>
          </a:prstGeom>
        </p:spPr>
        <p:txBody>
          <a:bodyPr wrap="square">
            <a:spAutoFit/>
          </a:bodyPr>
          <a:lstStyle/>
          <a:p>
            <a:pPr indent="457200">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开启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的访问日志</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 conf/server.xml 文件，将下列代码取消注释：</a:t>
            </a:r>
          </a:p>
          <a:p>
            <a:pPr marL="742950" lvl="0"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zh-CN" sz="1800" dirty="0">
                <a:solidFill>
                  <a:srgbClr val="000088"/>
                </a:solidFill>
                <a:latin typeface="Times New Roman" panose="02020603050405020304" pitchFamily="18" charset="0"/>
                <a:ea typeface="微软雅黑" panose="020B0503020204020204" pitchFamily="34" charset="-122"/>
                <a:cs typeface="Times New Roman" panose="02020603050405020304" pitchFamily="18" charset="0"/>
              </a:rPr>
              <a:t>&lt;Valve</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className</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"org.apache.catalina.valves.AccessLogValve"</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directory</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"logs"</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0" indent="-285750" defTabSz="914400" eaLnBrk="0" fontAlgn="base" hangingPunct="0">
              <a:lnSpc>
                <a:spcPct val="150000"/>
              </a:lnSpc>
              <a:spcBef>
                <a:spcPct val="0"/>
              </a:spcBef>
              <a:spcAft>
                <a:spcPct val="0"/>
              </a:spcAft>
              <a:buClr>
                <a:srgbClr val="FFC000"/>
              </a:buClr>
              <a:buFont typeface="Wingdings" panose="05000000000000000000" pitchFamily="2" charset="2"/>
              <a:buChar char="Ø"/>
            </a:pP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prefix</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"localhost_access_log."</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suffix</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".txt"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pattern</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"common"</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resolveHosts</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8800"/>
                </a:solidFill>
                <a:latin typeface="Times New Roman" panose="02020603050405020304" pitchFamily="18" charset="0"/>
                <a:ea typeface="微软雅黑" panose="020B0503020204020204" pitchFamily="34" charset="-122"/>
                <a:cs typeface="Times New Roman" panose="02020603050405020304" pitchFamily="18" charset="0"/>
              </a:rPr>
              <a:t>"false"</a:t>
            </a:r>
            <a:r>
              <a:rPr lang="zh-CN" altLang="zh-CN" sz="1800" dirty="0">
                <a:solidFill>
                  <a:srgbClr val="000088"/>
                </a:solidFill>
                <a:latin typeface="Times New Roman" panose="02020603050405020304" pitchFamily="18" charset="0"/>
                <a:ea typeface="微软雅黑" panose="020B0503020204020204" pitchFamily="34" charset="-122"/>
                <a:cs typeface="Times New Roman" panose="02020603050405020304" pitchFamily="18" charset="0"/>
              </a:rPr>
              <a:t>/&gt;</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启用访问日志功能，重启 Tomcat 服务后，在 tomcat_home/logs 文件夹中就可以看到访问日志。</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3. Tomcat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默认帐号安全</a:t>
            </a:r>
          </a:p>
          <a:p>
            <a:pPr lvl="0" indent="457200" defTabSz="914400" eaLnBrk="0" fontAlgn="base" hangingPunct="0">
              <a:lnSpc>
                <a:spcPct val="150000"/>
              </a:lnSpc>
              <a:spcBef>
                <a:spcPct val="0"/>
              </a:spcBef>
              <a:spcAft>
                <a:spcPct val="0"/>
              </a:spcAft>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修改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安装目录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conf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下的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tomcat-user.xml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文件，重新设置复杂口令并保存文件。重启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服务后，新口令即生效。</a:t>
            </a:r>
          </a:p>
          <a:p>
            <a:pPr lvl="0" indent="457200" defTabSz="914400" eaLnBrk="0" fontAlgn="base" hangingPunct="0">
              <a:lnSpc>
                <a:spcPct val="150000"/>
              </a:lnSpc>
              <a:spcBef>
                <a:spcPct val="0"/>
              </a:spcBef>
              <a:spcAft>
                <a:spcPct val="0"/>
              </a:spcAft>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修改默认访问端口</a:t>
            </a:r>
          </a:p>
          <a:p>
            <a:pPr lvl="0" indent="457200" defTabSz="914400" eaLnBrk="0" fontAlgn="base" hangingPunct="0">
              <a:lnSpc>
                <a:spcPct val="150000"/>
              </a:lnSpc>
              <a:spcBef>
                <a:spcPct val="0"/>
              </a:spcBef>
              <a:spcAft>
                <a:spcPct val="0"/>
              </a:spcAft>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修改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conf/server.xml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文件把默认的 </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8080 </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访问端口改成其它端口。</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22</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Tomcat</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服务安全加固</a:t>
            </a:r>
          </a:p>
        </p:txBody>
      </p:sp>
      <p:sp>
        <p:nvSpPr>
          <p:cNvPr id="6"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安全加固方案</a:t>
            </a:r>
          </a:p>
        </p:txBody>
      </p:sp>
      <p:sp>
        <p:nvSpPr>
          <p:cNvPr id="8" name="矩形 7"/>
          <p:cNvSpPr/>
          <p:nvPr/>
        </p:nvSpPr>
        <p:spPr>
          <a:xfrm>
            <a:off x="1022208" y="2016869"/>
            <a:ext cx="5057917" cy="2120709"/>
          </a:xfrm>
          <a:prstGeom prst="rect">
            <a:avLst/>
          </a:prstGeom>
        </p:spPr>
        <p:txBody>
          <a:bodyPr wrap="square">
            <a:spAutoFit/>
          </a:bodyPr>
          <a:lstStyle/>
          <a:p>
            <a:pPr indent="457200" algn="just">
              <a:lnSpc>
                <a:spcPct val="150000"/>
              </a:lnSpc>
            </a:pP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重定向错误页面</a:t>
            </a:r>
          </a:p>
          <a:p>
            <a:pPr indent="457200" algn="just">
              <a:lnSpc>
                <a:spcPct val="150000"/>
              </a:lnSpc>
            </a:pP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修改访问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Tomcat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错误页面的返回信息，在 </a:t>
            </a:r>
            <a:r>
              <a:rPr lang="en-US" altLang="zh-CN" sz="18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webapps</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\manger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目录中创建相应的</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401.html</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404.htm</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500.htm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文件，然后在 </a:t>
            </a:r>
            <a:r>
              <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conf/web.xml </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文件的最后一行之前添加下列代码（右图）：</a:t>
            </a:r>
            <a:endParaRPr lang="en-US"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 name="图片 6"/>
          <p:cNvPicPr>
            <a:picLocks noChangeAspect="1"/>
          </p:cNvPicPr>
          <p:nvPr/>
        </p:nvPicPr>
        <p:blipFill rotWithShape="1">
          <a:blip r:embed="rId3"/>
          <a:srcRect r="44123"/>
          <a:stretch>
            <a:fillRect/>
          </a:stretch>
        </p:blipFill>
        <p:spPr>
          <a:xfrm>
            <a:off x="6205222" y="1245425"/>
            <a:ext cx="5527994" cy="3002036"/>
          </a:xfrm>
          <a:prstGeom prst="rect">
            <a:avLst/>
          </a:prstGeom>
        </p:spPr>
      </p:pic>
      <p:sp>
        <p:nvSpPr>
          <p:cNvPr id="9" name="矩形 8"/>
          <p:cNvSpPr/>
          <p:nvPr/>
        </p:nvSpPr>
        <p:spPr>
          <a:xfrm>
            <a:off x="1031168" y="4152678"/>
            <a:ext cx="10486539" cy="2120709"/>
          </a:xfrm>
          <a:prstGeom prst="rect">
            <a:avLst/>
          </a:prstGeom>
        </p:spPr>
        <p:txBody>
          <a:bodyPr wrap="square">
            <a:spAutoFit/>
          </a:bodyPr>
          <a:lstStyle/>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 禁止列出目录</a:t>
            </a: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防止直接访问目录时由于找不到默认页面，而列出目录下的文件的情况。</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web.xml 文件中，将</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&lt;param-name&gt;listings&lt;/param-name&gt;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改成</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&lt;param-name&gt;false&lt;/param-name&gt;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7. 删除文档和示例程序</a:t>
            </a:r>
          </a:p>
          <a:p>
            <a:pPr lvl="0" indent="457200" defTabSz="914400" eaLnBrk="0" fontAlgn="base" hangingPunct="0">
              <a:lnSpc>
                <a:spcPct val="150000"/>
              </a:lnSpc>
              <a:spcBef>
                <a:spcPct val="0"/>
              </a:spcBef>
              <a:spcAft>
                <a:spcPct val="0"/>
              </a:spcAft>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删除 webapps 目录下的 docs、examples、manager、ROOT、host-manager 文件夹。</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IIS</a:t>
            </a:r>
            <a:r>
              <a:rPr lang="zh-CN" altLang="en-US" sz="4400" b="1" dirty="0">
                <a:solidFill>
                  <a:schemeClr val="bg1"/>
                </a:solidFill>
                <a:latin typeface="微软雅黑" panose="020B0503020204020204" pitchFamily="34" charset="-122"/>
                <a:ea typeface="微软雅黑" panose="020B0503020204020204" pitchFamily="34" charset="-122"/>
              </a:rPr>
              <a:t>安全加固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24</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安全加固</a:t>
            </a:r>
          </a:p>
        </p:txBody>
      </p:sp>
      <p:sp>
        <p:nvSpPr>
          <p:cNvPr id="10" name="内容占位符 2"/>
          <p:cNvSpPr>
            <a:spLocks noGrp="1"/>
          </p:cNvSpPr>
          <p:nvPr>
            <p:ph idx="1"/>
          </p:nvPr>
        </p:nvSpPr>
        <p:spPr>
          <a:xfrm>
            <a:off x="1259766" y="2199183"/>
            <a:ext cx="11084634" cy="2065335"/>
          </a:xfrm>
        </p:spPr>
        <p:txBody>
          <a:bodyPr/>
          <a:lstStyle/>
          <a:p>
            <a:pPr marL="0" indent="0">
              <a:lnSpc>
                <a:spcPct val="150000"/>
              </a:lnSpc>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管理工具</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--&gt;IIS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管理器</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网站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dvbbs</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右键</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属性（以下配置大多数都在这里修改）</a:t>
            </a:r>
          </a:p>
          <a:p>
            <a:pPr marL="457200" indent="0">
              <a:lnSpc>
                <a:spcPct val="150000"/>
              </a:lnSpc>
              <a:buFont typeface="Wingdings" panose="05000000000000000000" pitchFamily="2" charset="2"/>
              <a:buChar char="u"/>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修改默认日志路径</a:t>
            </a:r>
          </a:p>
          <a:p>
            <a:pPr marL="0" indent="457200">
              <a:lnSpc>
                <a:spcPct val="150000"/>
              </a:lnSpc>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默认日志路径：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c:\windows\system32\logfile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，修改到其他路径：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d:\dvbbslog</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，可以设置为</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system</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读写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,administrator</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只读权限。</a:t>
            </a:r>
          </a:p>
        </p:txBody>
      </p:sp>
      <p:sp>
        <p:nvSpPr>
          <p:cNvPr id="11"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安全加固步骤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25</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安全加固</a:t>
            </a:r>
          </a:p>
        </p:txBody>
      </p:sp>
      <p:sp>
        <p:nvSpPr>
          <p:cNvPr id="10" name="内容占位符 2"/>
          <p:cNvSpPr>
            <a:spLocks noGrp="1"/>
          </p:cNvSpPr>
          <p:nvPr>
            <p:ph idx="1"/>
          </p:nvPr>
        </p:nvSpPr>
        <p:spPr>
          <a:xfrm>
            <a:off x="1259766" y="2199183"/>
            <a:ext cx="9873054" cy="3470097"/>
          </a:xfrm>
        </p:spPr>
        <p:txBody>
          <a:bodyPr/>
          <a:lstStyle/>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修改日志属性</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网站</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属性</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高级（日志记录属性）</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勾选协议版本、勾选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cookies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（小技巧，查找日志的关键在于选择关键字，如在日志里面搜索</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404</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关键字，因为如果攻击者对网站进行猜后台的时候肯定会尝试提交不同的目录，没有攻击者提交的文件目录就会返回</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404</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错误，因此可以借助日志信息判断遭受何种攻击）。</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删除所有不必要的映射（扩展名）</a:t>
            </a:r>
          </a:p>
          <a:p>
            <a:pPr marL="0" indent="457200">
              <a:lnSpc>
                <a:spcPct val="150000"/>
              </a:lnSpc>
              <a:spcBef>
                <a:spcPts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主目录</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配置</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映射（如使用</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aspx</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asp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的就仅仅留下这两个，其余的全部删除，如</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cer</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cdx</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这是为了防止上传网马</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安全加固方法</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26</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IIS</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安全加固</a:t>
            </a:r>
          </a:p>
        </p:txBody>
      </p:sp>
      <p:sp>
        <p:nvSpPr>
          <p:cNvPr id="10" name="内容占位符 2"/>
          <p:cNvSpPr>
            <a:spLocks noGrp="1"/>
          </p:cNvSpPr>
          <p:nvPr>
            <p:ph idx="1"/>
          </p:nvPr>
        </p:nvSpPr>
        <p:spPr>
          <a:xfrm>
            <a:off x="1259766" y="2199183"/>
            <a:ext cx="9873054" cy="3904437"/>
          </a:xfrm>
        </p:spPr>
        <p:txBody>
          <a:bodyPr/>
          <a:lstStyle/>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不要向客户端发送详细信息</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想客户端不要发送详细信息，应该发送自定义的信息，如可以发送“</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110</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网站监控</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457200">
              <a:lnSpc>
                <a:spcPct val="150000"/>
              </a:lnSpc>
              <a:spcBef>
                <a:spcPts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主目录</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配置</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选项（调试）</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4. IIS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权限</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不给写入和目录浏览（写入会上传网马，目录浏览会导致目录遍历甚至下载）</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限制后台登录的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地址</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登录后台地址：</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admin--</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右键</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属性</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目录安全性</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允许特定的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地址或</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地址段</a:t>
            </a:r>
          </a:p>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删除所有的自定义错误</a:t>
            </a:r>
            <a:endParaRPr lang="en-US"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457200">
              <a:lnSpc>
                <a:spcPct val="150000"/>
              </a:lnSpc>
              <a:spcBef>
                <a:spcPts val="0"/>
              </a:spcBef>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c:\windwos\help\iishelp</a:t>
            </a:r>
          </a:p>
        </p:txBody>
      </p:sp>
      <p:sp>
        <p:nvSpPr>
          <p:cNvPr id="11" name="Rectangle 1"/>
          <p:cNvSpPr>
            <a:spLocks noChangeArrowheads="1"/>
          </p:cNvSpPr>
          <p:nvPr/>
        </p:nvSpPr>
        <p:spPr bwMode="auto">
          <a:xfrm>
            <a:off x="916869" y="1502685"/>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安全加固方法</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5739" y="3197035"/>
            <a:ext cx="11160690" cy="769441"/>
          </a:xfrm>
          <a:prstGeom prst="rect">
            <a:avLst/>
          </a:prstGeom>
          <a:noFill/>
        </p:spPr>
        <p:txBody>
          <a:bodyPr wrap="square" rtlCol="0">
            <a:spAutoFit/>
          </a:bodyPr>
          <a:lstStyle/>
          <a:p>
            <a:pPr algn="ctr"/>
            <a:r>
              <a:rPr lang="en-US" altLang="zh-CN" sz="4400" b="1" dirty="0">
                <a:solidFill>
                  <a:schemeClr val="bg1"/>
                </a:solidFill>
                <a:latin typeface="微软雅黑" panose="020B0503020204020204" pitchFamily="34" charset="-122"/>
                <a:ea typeface="微软雅黑" panose="020B0503020204020204" pitchFamily="34" charset="-122"/>
              </a:rPr>
              <a:t>PHP</a:t>
            </a:r>
            <a:r>
              <a:rPr lang="zh-CN" altLang="en-US" sz="4400" b="1" dirty="0">
                <a:solidFill>
                  <a:schemeClr val="bg1"/>
                </a:solidFill>
                <a:latin typeface="微软雅黑" panose="020B0503020204020204" pitchFamily="34" charset="-122"/>
                <a:ea typeface="微软雅黑" panose="020B0503020204020204" pitchFamily="34" charset="-122"/>
              </a:rPr>
              <a:t>环境安全加固</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28</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3648466"/>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启用 </a:t>
            </a:r>
            <a:r>
              <a:rPr lang="en-US" altLang="zh-CN" sz="2400" b="1" dirty="0">
                <a:solidFill>
                  <a:srgbClr val="333333"/>
                </a:solidFill>
                <a:ea typeface="Roboto"/>
              </a:rPr>
              <a:t>PHP </a:t>
            </a:r>
            <a:r>
              <a:rPr lang="zh-CN" altLang="en-US" sz="2400" b="1" dirty="0">
                <a:solidFill>
                  <a:srgbClr val="333333"/>
                </a:solidFill>
                <a:ea typeface="Roboto"/>
              </a:rPr>
              <a:t>的安全模式</a:t>
            </a:r>
          </a:p>
        </p:txBody>
      </p:sp>
      <p:sp>
        <p:nvSpPr>
          <p:cNvPr id="8" name="Rectangle 1"/>
          <p:cNvSpPr>
            <a:spLocks noChangeArrowheads="1"/>
          </p:cNvSpPr>
          <p:nvPr/>
        </p:nvSpPr>
        <p:spPr bwMode="auto">
          <a:xfrm>
            <a:off x="836855" y="1524468"/>
            <a:ext cx="10486540" cy="1612877"/>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随着使用 PHP 环境的用户越来越多，相关的安全问题也变得越来越重要。PHP 环境提供的安全模式是一个非常重要的内嵌安全机制，PHP 安全模式能有效控制一些 PHP 环境中的函数（例如</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system()</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函数），对大部分的文件操作函数进行权限控制，同时不允许对某些关键文件进行修改（例如 /etc/passwd）。但是，默认的 php.ini 配置文件并没有启用安全模式。</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Rectangle 2"/>
          <p:cNvSpPr>
            <a:spLocks noChangeArrowheads="1"/>
          </p:cNvSpPr>
          <p:nvPr/>
        </p:nvSpPr>
        <p:spPr bwMode="auto">
          <a:xfrm>
            <a:off x="836855" y="4256238"/>
            <a:ext cx="10420258" cy="161262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PHP 环境提供的安全模式是一个非常重要的内嵌安全机制，PHP 安全模式能有效控制一些 PHP 环境中的函数（例如</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system()</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函数），对大部分的文件操作函数进行权限控制，同时不允许对某些关键文件进行修改（例如 /etc/passwd）。但是，默认的 php.ini 配置文件并没有启用安全模式。</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您可以通过修改 php.ini 配置文件启用 PHP 安全模式：</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Rectangle 4"/>
          <p:cNvSpPr>
            <a:spLocks noChangeArrowheads="1"/>
          </p:cNvSpPr>
          <p:nvPr/>
        </p:nvSpPr>
        <p:spPr bwMode="auto">
          <a:xfrm>
            <a:off x="6684735" y="5591860"/>
            <a:ext cx="16494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safe_mode </a:t>
            </a:r>
            <a:r>
              <a:rPr kumimoji="0" lang="zh-CN" altLang="zh-CN" sz="1800" b="0" i="0" u="none" strike="noStrike" cap="none" normalizeH="0" baseline="0" dirty="0">
                <a:ln>
                  <a:noFill/>
                </a:ln>
                <a:solidFill>
                  <a:srgbClr val="666600"/>
                </a:solidFill>
                <a:effectLst/>
                <a:latin typeface="Times New Roman" panose="02020603050405020304" pitchFamily="18" charset="0"/>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on</a:t>
            </a:r>
            <a:endParaRPr kumimoji="0" lang="zh-CN" altLang="zh-CN"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29</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360941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用户组安全</a:t>
            </a:r>
          </a:p>
        </p:txBody>
      </p:sp>
      <p:sp>
        <p:nvSpPr>
          <p:cNvPr id="9" name="Rectangle 1"/>
          <p:cNvSpPr>
            <a:spLocks noChangeArrowheads="1"/>
          </p:cNvSpPr>
          <p:nvPr/>
        </p:nvSpPr>
        <p:spPr bwMode="auto">
          <a:xfrm>
            <a:off x="836855" y="2375320"/>
            <a:ext cx="10486540" cy="2443618"/>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当您启用安全模式后，如果</a:t>
            </a: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safe_mode_gid</a:t>
            </a:r>
            <a:r>
              <a:rPr kumimoji="0" lang="zh-CN" altLang="zh-CN" sz="1800" b="0" i="0" u="none" strike="noStrike" cap="none" normalizeH="0" baseline="0" dirty="0">
                <a:ln>
                  <a:noFill/>
                </a:ln>
                <a:solidFill>
                  <a:srgbClr val="333333"/>
                </a:solidFill>
                <a:effectLst/>
                <a:ea typeface="Roboto"/>
              </a:rPr>
              <a:t>选项被关闭，PHP 脚本能够对文件进行访问，且相同用户组的用户也能够对该文件进行访问。</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因此，建议您将该选项设置为关闭状态：</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rPr>
              <a:t>safe_mode_gid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 off</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 </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该选项参数仅适用于 Linux 操作系统。</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如果不进行该设置，您可能无法对服务器网站目录下的文件进行操作。</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30</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413646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安全模式下执行程序主目录</a:t>
            </a:r>
          </a:p>
        </p:txBody>
      </p:sp>
      <p:sp>
        <p:nvSpPr>
          <p:cNvPr id="6" name="Rectangle 1"/>
          <p:cNvSpPr>
            <a:spLocks noChangeArrowheads="1"/>
          </p:cNvSpPr>
          <p:nvPr/>
        </p:nvSpPr>
        <p:spPr bwMode="auto">
          <a:xfrm>
            <a:off x="886423" y="2238244"/>
            <a:ext cx="10394987" cy="3274614"/>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如果启用了安全模式后，想要执行某些程序的时候，可以指定需要执行程序的主目录，例如：</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rPr>
              <a:t>safe_mode_exec_dir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usr</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bin</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ea typeface="Roboto"/>
              </a:rPr>
              <a:t>一般情况下，如果不需要执行什么程序，建议您不要指定执行系统程序的目录。您可以指定一个目录，然后把需要执行的程序拷贝到这个目录即可，例如：</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rPr>
              <a:t>safe_mode_exec_dir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temp</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cmd</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ea typeface="Roboto"/>
              </a:rPr>
              <a:t>但是，更推荐您不要执行任何程序。这种情况下，只需要将执行目录指向网页目录即可：</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rPr>
              <a:t>safe_mode_exec_dir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usr</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www</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ea typeface="Roboto"/>
              </a:rPr>
              <a:t>注意</a:t>
            </a:r>
            <a:r>
              <a:rPr kumimoji="0" lang="zh-CN" altLang="zh-CN" sz="1800" b="0" i="1" u="none" strike="noStrike" cap="none" normalizeH="0" baseline="0" dirty="0">
                <a:ln>
                  <a:noFill/>
                </a:ln>
                <a:solidFill>
                  <a:srgbClr val="333333"/>
                </a:solidFill>
                <a:effectLst/>
                <a:latin typeface="Arial" panose="020B0604020202020204" pitchFamily="34" charset="0"/>
                <a:ea typeface="Roboto"/>
              </a:rPr>
              <a:t>：</a:t>
            </a:r>
            <a:r>
              <a:rPr kumimoji="0" lang="zh-CN" altLang="zh-CN" sz="1800" b="0" i="0" u="none" strike="noStrike" cap="none" normalizeH="0" baseline="0" dirty="0">
                <a:ln>
                  <a:noFill/>
                </a:ln>
                <a:solidFill>
                  <a:srgbClr val="333333"/>
                </a:solidFill>
                <a:effectLst/>
                <a:latin typeface="Arial" panose="020B0604020202020204" pitchFamily="34" charset="0"/>
                <a:ea typeface="Roboto"/>
              </a:rPr>
              <a:t>执行目录的路径以您实际操作系统目录路径为准。</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31</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413646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安全模式下包含文件</a:t>
            </a:r>
          </a:p>
        </p:txBody>
      </p:sp>
      <p:sp>
        <p:nvSpPr>
          <p:cNvPr id="7" name="Rectangle 1"/>
          <p:cNvSpPr>
            <a:spLocks noChangeArrowheads="1"/>
          </p:cNvSpPr>
          <p:nvPr/>
        </p:nvSpPr>
        <p:spPr bwMode="auto">
          <a:xfrm>
            <a:off x="1285169" y="4096847"/>
            <a:ext cx="413646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控制 </a:t>
            </a:r>
            <a:r>
              <a:rPr lang="en-US" altLang="zh-CN" sz="2400" b="1" dirty="0">
                <a:solidFill>
                  <a:srgbClr val="333333"/>
                </a:solidFill>
                <a:ea typeface="Roboto"/>
              </a:rPr>
              <a:t>PHP </a:t>
            </a:r>
            <a:r>
              <a:rPr lang="zh-CN" altLang="en-US" sz="2400" b="1" dirty="0">
                <a:solidFill>
                  <a:srgbClr val="333333"/>
                </a:solidFill>
                <a:ea typeface="Roboto"/>
              </a:rPr>
              <a:t>脚本能访问的目录</a:t>
            </a:r>
          </a:p>
        </p:txBody>
      </p:sp>
      <p:sp>
        <p:nvSpPr>
          <p:cNvPr id="8" name="Rectangle 1"/>
          <p:cNvSpPr>
            <a:spLocks noChangeArrowheads="1"/>
          </p:cNvSpPr>
          <p:nvPr/>
        </p:nvSpPr>
        <p:spPr bwMode="auto">
          <a:xfrm>
            <a:off x="1716012" y="2023458"/>
            <a:ext cx="9093033" cy="161262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如果您需要在安全模式下包含某些公共文件，您只需要修改以下选项即可：</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rPr>
              <a:t>safe_mode_include_dir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usr</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www</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include</a:t>
            </a:r>
            <a:r>
              <a:rPr kumimoji="0" lang="zh-CN" altLang="zh-CN" sz="1800" b="0" i="0" u="none" strike="noStrike" cap="none" normalizeH="0" baseline="0" dirty="0">
                <a:ln>
                  <a:noFill/>
                </a:ln>
                <a:solidFill>
                  <a:srgbClr val="666600"/>
                </a:solidFill>
                <a:effectLst/>
                <a:latin typeface="Consolas" panose="020B0609020204030204" pitchFamily="49" charset="0"/>
              </a:rPr>
              <a:t>/</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ea typeface="Roboto"/>
              </a:rPr>
              <a:t>一般情况下，PHP 脚本中包含的文件都是在程序已经写好的，可以根据您的具体需要进行设置。</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Rectangle 1"/>
          <p:cNvSpPr>
            <a:spLocks noChangeArrowheads="1"/>
          </p:cNvSpPr>
          <p:nvPr/>
        </p:nvSpPr>
        <p:spPr bwMode="auto">
          <a:xfrm>
            <a:off x="1716013" y="4548034"/>
            <a:ext cx="9093033" cy="1616083"/>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Arial" panose="020B0604020202020204" pitchFamily="34" charset="0"/>
                <a:ea typeface="Roboto"/>
              </a:rPr>
              <a:t>使用</a:t>
            </a:r>
            <a:r>
              <a:rPr kumimoji="0" lang="zh-CN" altLang="zh-CN" sz="1800" b="0" i="0" u="none" strike="noStrike" cap="none" normalizeH="0" baseline="0" dirty="0">
                <a:ln>
                  <a:noFill/>
                </a:ln>
                <a:solidFill>
                  <a:srgbClr val="C7254E"/>
                </a:solidFill>
                <a:effectLst/>
                <a:latin typeface="Consolas" panose="020B0609020204030204" pitchFamily="49" charset="0"/>
                <a:ea typeface="Roboto"/>
              </a:rPr>
              <a:t>open_basedir</a:t>
            </a:r>
            <a:r>
              <a:rPr kumimoji="0" lang="zh-CN" altLang="zh-CN" sz="1800" b="0" i="0" u="none" strike="noStrike" cap="none" normalizeH="0" baseline="0" dirty="0">
                <a:ln>
                  <a:noFill/>
                </a:ln>
                <a:solidFill>
                  <a:srgbClr val="333333"/>
                </a:solidFill>
                <a:effectLst/>
                <a:ea typeface="Roboto"/>
              </a:rPr>
              <a:t>选项能够控制 PHP 脚本只能访问指定的目录，这样能够避免 PHP 脚本访问不应该访问的文件，一定程度下降低了 phpshell 的危害。一般情况下，可以设置为只能访问网站目录：</a:t>
            </a:r>
            <a:endParaRPr kumimoji="0" lang="zh-CN" altLang="zh-CN" sz="1800" b="0" i="0" u="none" strike="noStrike" cap="none" normalizeH="0" baseline="0" dirty="0">
              <a:ln>
                <a:noFill/>
              </a:ln>
              <a:solidFill>
                <a:srgbClr val="333333"/>
              </a:solidFill>
              <a:effectLst/>
              <a:latin typeface="Consolas" panose="020B0609020204030204" pitchFamily="49" charset="0"/>
            </a:endParaRP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Consolas" panose="020B0609020204030204" pitchFamily="49" charset="0"/>
              </a:rPr>
              <a:t>open_basedir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 </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usr</a:t>
            </a:r>
            <a:r>
              <a:rPr kumimoji="0" lang="zh-CN" altLang="zh-CN" sz="1800" b="0" i="0" u="none" strike="noStrike" cap="none" normalizeH="0" baseline="0" dirty="0">
                <a:ln>
                  <a:noFill/>
                </a:ln>
                <a:solidFill>
                  <a:srgbClr val="666600"/>
                </a:solidFill>
                <a:effectLst/>
                <a:latin typeface="Consolas" panose="020B0609020204030204" pitchFamily="49" charset="0"/>
              </a:rPr>
              <a:t>/</a:t>
            </a:r>
            <a:r>
              <a:rPr kumimoji="0" lang="zh-CN" altLang="zh-CN" sz="1800" b="0" i="0" u="none" strike="noStrike" cap="none" normalizeH="0" baseline="0" dirty="0">
                <a:ln>
                  <a:noFill/>
                </a:ln>
                <a:solidFill>
                  <a:srgbClr val="000000"/>
                </a:solidFill>
                <a:effectLst/>
                <a:latin typeface="Consolas" panose="020B0609020204030204" pitchFamily="49" charset="0"/>
              </a:rPr>
              <a:t>www</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32</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4136461"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关闭危险函数</a:t>
            </a:r>
          </a:p>
        </p:txBody>
      </p:sp>
      <p:sp>
        <p:nvSpPr>
          <p:cNvPr id="10" name="Rectangle 1"/>
          <p:cNvSpPr>
            <a:spLocks noChangeArrowheads="1"/>
          </p:cNvSpPr>
          <p:nvPr/>
        </p:nvSpPr>
        <p:spPr bwMode="auto">
          <a:xfrm>
            <a:off x="666115" y="2031920"/>
            <a:ext cx="10855325" cy="4106060"/>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如果您启用了安全模式，那么可以不需要设置函数禁止，但为了安全考虑，还是建议您进行相关设置。例如，您不希望执行包括</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system()</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等在内的执行命令的 PHP 函数，以及能够查看 PHP 信息的</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phpinfo()</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等函数，那么您可以通过以下设置禁止这些函数：</a:t>
            </a:r>
          </a:p>
          <a:p>
            <a:pPr marL="45720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disable_functions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system</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passthru</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exec</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shell_exec</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popen</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phpinfo</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escapeshellarg</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escapeshellcmd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proc_close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proc_open</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dl</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如果您想要禁止对于任何文件和目录的操作，那么您可以关闭以下文件相关操作。</a:t>
            </a:r>
          </a:p>
          <a:p>
            <a:pPr marL="457200" marR="0" lvl="0" indent="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disable_functions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chdir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chroot</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getcwd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opendir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readdir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scandir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fopen</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unlink</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delete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copy</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mkdir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rmdir</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rename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file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file_get_contents</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fputs</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fwrite</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chgrp</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chmod</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chown</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注意</a:t>
            </a:r>
            <a:r>
              <a:rPr kumimoji="0" lang="zh-CN" altLang="zh-CN" sz="1800" b="0" i="1"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以上设置中只列举了部分比较常用的文件处理函数，您也可以将上面的执行命令函数和这些文件处理函数相结合，就能给抵制大部分的 phpshell 威胁。</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33</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关闭</a:t>
            </a:r>
            <a:r>
              <a:rPr lang="en-US" altLang="zh-CN" sz="2400" b="1" dirty="0">
                <a:solidFill>
                  <a:srgbClr val="333333"/>
                </a:solidFill>
                <a:ea typeface="Roboto"/>
              </a:rPr>
              <a:t>PHP</a:t>
            </a:r>
            <a:r>
              <a:rPr lang="zh-CN" altLang="en-US" sz="2400" b="1" dirty="0">
                <a:solidFill>
                  <a:srgbClr val="333333"/>
                </a:solidFill>
                <a:ea typeface="Roboto"/>
              </a:rPr>
              <a:t>版本信息在</a:t>
            </a:r>
            <a:r>
              <a:rPr lang="en-US" altLang="zh-CN" sz="2400" b="1" dirty="0">
                <a:solidFill>
                  <a:srgbClr val="333333"/>
                </a:solidFill>
                <a:ea typeface="Roboto"/>
              </a:rPr>
              <a:t>HTTP</a:t>
            </a:r>
            <a:r>
              <a:rPr lang="zh-CN" altLang="en-US" sz="2400" b="1" dirty="0">
                <a:solidFill>
                  <a:srgbClr val="333333"/>
                </a:solidFill>
                <a:ea typeface="Roboto"/>
              </a:rPr>
              <a:t>头中的泄露</a:t>
            </a:r>
          </a:p>
        </p:txBody>
      </p:sp>
      <p:sp>
        <p:nvSpPr>
          <p:cNvPr id="10" name="Rectangle 1"/>
          <p:cNvSpPr>
            <a:spLocks noChangeArrowheads="1"/>
          </p:cNvSpPr>
          <p:nvPr/>
        </p:nvSpPr>
        <p:spPr bwMode="auto">
          <a:xfrm>
            <a:off x="1740535" y="2223903"/>
            <a:ext cx="8740775" cy="2028376"/>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为了防止黑客获取服务器中 PHP 版本的信息，您可以禁止该信息在 HTTP 头部内容中泄露：</a:t>
            </a:r>
          </a:p>
          <a:p>
            <a:pPr marL="457200" lvl="0"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expose_php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off</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这样设置之后，黑客在执行</a:t>
            </a: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telnet &lt;domain&gt; 80</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尝试连接您的服务器的时候，将无法看到 PHP 的版本信息</a:t>
            </a:r>
            <a:r>
              <a:rPr lang="zh-CN" altLang="en-US"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34</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关闭注册全局变量</a:t>
            </a:r>
          </a:p>
        </p:txBody>
      </p:sp>
      <p:sp>
        <p:nvSpPr>
          <p:cNvPr id="7" name="Rectangle 1"/>
          <p:cNvSpPr>
            <a:spLocks noChangeArrowheads="1"/>
          </p:cNvSpPr>
          <p:nvPr/>
        </p:nvSpPr>
        <p:spPr bwMode="auto">
          <a:xfrm>
            <a:off x="1225475" y="2182975"/>
            <a:ext cx="9690175" cy="2859373"/>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在 PHP 环境中提交的变量，包括使用 POST 或者 GET 命令提交的变量，都将自动注册为全局变量，能够被直接访问。这对您的服务器是非常不安全的，因此建议您将注册全局变量的选项关闭，禁止将所提交的变量注册为全局变量。</a:t>
            </a:r>
          </a:p>
          <a:p>
            <a:pPr marL="457200" marR="0" lvl="0" algn="l" defTabSz="914400" rtl="0" eaLnBrk="0" fontAlgn="base" latinLnBrk="0" hangingPunct="0">
              <a:lnSpc>
                <a:spcPct val="150000"/>
              </a:lnSpc>
              <a:spcBef>
                <a:spcPct val="0"/>
              </a:spcBef>
              <a:spcAft>
                <a:spcPct val="0"/>
              </a:spcAft>
              <a:buClrTx/>
              <a:buSzTx/>
              <a:buFontTx/>
              <a:buAutoNum type="arabicPeriod"/>
            </a:pP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register_globals </a:t>
            </a:r>
            <a:r>
              <a:rPr kumimoji="0" lang="zh-CN" altLang="zh-CN" sz="1800" b="0" i="0" u="none" strike="noStrike" cap="none" normalizeH="0" baseline="0" dirty="0">
                <a:ln>
                  <a:noFill/>
                </a:ln>
                <a:solidFill>
                  <a:srgbClr val="666600"/>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1800" b="0" i="0" u="none" strike="noStrike" cap="none" normalizeH="0" baseline="0" dirty="0">
                <a:ln>
                  <a:noFill/>
                </a:ln>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 off</a:t>
            </a:r>
            <a:endPar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1" i="1"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注意</a:t>
            </a:r>
            <a:r>
              <a:rPr kumimoji="0" lang="zh-CN" altLang="zh-CN" sz="1800" b="0" i="1"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该选项参数在 PHP 5.3 以后的版本中已被移除。</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0" fontAlgn="base" latinLnBrk="0" hangingPunct="0">
              <a:lnSpc>
                <a:spcPct val="150000"/>
              </a:lnSpc>
              <a:spcBef>
                <a:spcPct val="0"/>
              </a:spcBef>
              <a:spcAft>
                <a:spcPct val="0"/>
              </a:spcAft>
              <a:buClrTx/>
              <a:buSzTx/>
              <a:buFontTx/>
              <a:buNone/>
            </a:pP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当然，如果这样设置之后，获取对应变量的时候就需要采取合理方式。例如，获取 GET 命令提交的变量 var，就需要使用</a:t>
            </a:r>
            <a:r>
              <a:rPr kumimoji="0" lang="zh-CN" altLang="zh-CN" sz="1800" b="0" i="0" u="none" strike="noStrike" cap="none" normalizeH="0" baseline="0" dirty="0">
                <a:ln>
                  <a:noFill/>
                </a:ln>
                <a:solidFill>
                  <a:srgbClr val="C7254E"/>
                </a:solidFill>
                <a:effectLst/>
                <a:latin typeface="Times New Roman" panose="02020603050405020304" pitchFamily="18" charset="0"/>
                <a:ea typeface="微软雅黑" panose="020B0503020204020204" pitchFamily="34" charset="-122"/>
                <a:cs typeface="Times New Roman" panose="02020603050405020304" pitchFamily="18" charset="0"/>
              </a:rPr>
              <a:t>$_GET['var']</a:t>
            </a:r>
            <a:r>
              <a:rPr kumimoji="0" lang="zh-CN" altLang="zh-CN" sz="1800" b="0" i="0" u="none" strike="noStrike" cap="none" normalizeH="0" baseline="0" dirty="0">
                <a:ln>
                  <a:noFill/>
                </a:ln>
                <a:solidFill>
                  <a:srgbClr val="333333"/>
                </a:solidFill>
                <a:effectLst/>
                <a:latin typeface="Times New Roman" panose="02020603050405020304" pitchFamily="18" charset="0"/>
                <a:ea typeface="微软雅黑" panose="020B0503020204020204" pitchFamily="34" charset="-122"/>
                <a:cs typeface="Times New Roman" panose="02020603050405020304" pitchFamily="18" charset="0"/>
              </a:rPr>
              <a:t>命令来进行获取，在进行 PHP 程序设计时需要注意。</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35</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en-US" altLang="zh-CN" sz="2400" b="1" dirty="0">
                <a:solidFill>
                  <a:srgbClr val="333333"/>
                </a:solidFill>
                <a:ea typeface="Roboto"/>
              </a:rPr>
              <a:t>SQL </a:t>
            </a:r>
            <a:r>
              <a:rPr lang="zh-CN" altLang="en-US" sz="2400" b="1" dirty="0">
                <a:solidFill>
                  <a:srgbClr val="333333"/>
                </a:solidFill>
                <a:ea typeface="Roboto"/>
              </a:rPr>
              <a:t>注入防护</a:t>
            </a:r>
          </a:p>
        </p:txBody>
      </p:sp>
      <p:sp>
        <p:nvSpPr>
          <p:cNvPr id="7" name="Rectangle 1"/>
          <p:cNvSpPr>
            <a:spLocks noChangeArrowheads="1"/>
          </p:cNvSpPr>
          <p:nvPr/>
        </p:nvSpPr>
        <p:spPr bwMode="auto">
          <a:xfrm>
            <a:off x="1225475" y="2139265"/>
            <a:ext cx="9690175" cy="2443874"/>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SQL 注入是一个非常危险的问题，小则造成网站后台被入侵，重则导致整个服务器沦陷。</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C7254E"/>
                </a:solidFill>
                <a:latin typeface="Times New Roman" panose="02020603050405020304" pitchFamily="18" charset="0"/>
                <a:ea typeface="微软雅黑" panose="020B0503020204020204" pitchFamily="34" charset="-122"/>
                <a:cs typeface="Times New Roman" panose="02020603050405020304" pitchFamily="18" charset="0"/>
              </a:rPr>
              <a:t>magic_quotes_gpc</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选项默认是关闭的。如果打开该选项，PHP 将自动把用户提交对 SQL 查询的请求进行转换（例如，把 ’ 转换为 \’ 等），这对于防止 SQL 注入攻击有很大作用，因此建议您将该选项设置为：</a:t>
            </a:r>
          </a:p>
          <a:p>
            <a:pPr marL="457200" lvl="0"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magic_quotes_gpc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on</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zh-CN" sz="1800"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该选项参数在 PHP 5.4.0 以后的版本中已被移除。</a:t>
            </a:r>
            <a:endParaRPr lang="zh-CN" altLang="zh-CN" sz="18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36</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错误信息控制</a:t>
            </a:r>
          </a:p>
        </p:txBody>
      </p:sp>
      <p:sp>
        <p:nvSpPr>
          <p:cNvPr id="7" name="Rectangle 1"/>
          <p:cNvSpPr>
            <a:spLocks noChangeArrowheads="1"/>
          </p:cNvSpPr>
          <p:nvPr/>
        </p:nvSpPr>
        <p:spPr bwMode="auto">
          <a:xfrm>
            <a:off x="1225475" y="2066666"/>
            <a:ext cx="9690175" cy="3274871"/>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一般 PHP 环境在没有连接到数据库或者其他情况下会有错误提示信息，错误信息中可能包含 PHP 脚本当前的路径信息或者查询的 SQL 语句等信息，这类信息如果暴露给黑客是不安全的，因此建议您禁止该错误提示：</a:t>
            </a:r>
          </a:p>
          <a:p>
            <a:pPr marL="457200" lvl="0"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display_errors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Off</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如果您确实要显示错误信息，一定要设置显示错误信息的级别。例如，只显示警告以上的错误信息：</a:t>
            </a:r>
          </a:p>
          <a:p>
            <a:pPr marL="457200" lvl="0"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error_reporting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E_WARNING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&amp;</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E_ERROR</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b="1"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zh-CN" sz="1800" i="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强烈建议您关闭错误提示信息。</a:t>
            </a:r>
            <a:endParaRPr lang="zh-CN" altLang="zh-CN"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fld id="{A6F68E66-2D7B-46EE-A45B-944EE6D475CA}" type="slidenum">
              <a:rPr lang="zh-CN" altLang="en-US" smtClean="0"/>
              <a:t>37</a:t>
            </a:fld>
            <a:endParaRPr lang="zh-CN" altLang="en-US"/>
          </a:p>
        </p:txBody>
      </p:sp>
      <p:sp>
        <p:nvSpPr>
          <p:cNvPr id="5" name="标题 4"/>
          <p:cNvSpPr txBox="1"/>
          <p:nvPr/>
        </p:nvSpPr>
        <p:spPr>
          <a:xfrm>
            <a:off x="322506" y="653796"/>
            <a:ext cx="10486540" cy="7040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PHP</a:t>
            </a:r>
            <a:r>
              <a:rPr lang="zh-CN" altLang="en-US" dirty="0">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环境安全加固</a:t>
            </a:r>
          </a:p>
        </p:txBody>
      </p:sp>
      <p:sp>
        <p:nvSpPr>
          <p:cNvPr id="11" name="Rectangle 1"/>
          <p:cNvSpPr>
            <a:spLocks noChangeArrowheads="1"/>
          </p:cNvSpPr>
          <p:nvPr/>
        </p:nvSpPr>
        <p:spPr bwMode="auto">
          <a:xfrm>
            <a:off x="1281359" y="1545346"/>
            <a:ext cx="5498306" cy="369332"/>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zh-CN" altLang="en-US" sz="2400" b="1" dirty="0">
                <a:solidFill>
                  <a:srgbClr val="333333"/>
                </a:solidFill>
                <a:ea typeface="Roboto"/>
              </a:rPr>
              <a:t>错误日志</a:t>
            </a:r>
          </a:p>
        </p:txBody>
      </p:sp>
      <p:sp>
        <p:nvSpPr>
          <p:cNvPr id="7" name="Rectangle 1"/>
          <p:cNvSpPr>
            <a:spLocks noChangeArrowheads="1"/>
          </p:cNvSpPr>
          <p:nvPr/>
        </p:nvSpPr>
        <p:spPr bwMode="auto">
          <a:xfrm>
            <a:off x="1556945" y="2148686"/>
            <a:ext cx="9050095" cy="2859373"/>
          </a:xfrm>
          <a:prstGeom prst="rect">
            <a:avLst/>
          </a:prstGeom>
          <a:noFill/>
          <a:ln>
            <a:noFill/>
          </a:ln>
          <a:effec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indent="457200" defTabSz="914400">
              <a:lnSpc>
                <a:spcPct val="150000"/>
              </a:lnSpc>
            </a:pPr>
            <a:r>
              <a:rPr lang="zh-CN" altLang="zh-CN" sz="1800" dirty="0">
                <a:latin typeface="Times New Roman" panose="02020603050405020304" pitchFamily="18" charset="0"/>
                <a:ea typeface="微软雅黑" panose="020B0503020204020204" pitchFamily="34" charset="-122"/>
                <a:cs typeface="Times New Roman" panose="02020603050405020304" pitchFamily="18" charset="0"/>
              </a:rPr>
              <a:t>建议您在关闭错误提示信息后，对于错误信息进行记录，便于排查服务器运行异常的原因：</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log_errors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On</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dirty="0">
                <a:latin typeface="Times New Roman" panose="02020603050405020304" pitchFamily="18" charset="0"/>
                <a:ea typeface="微软雅黑" panose="020B0503020204020204" pitchFamily="34" charset="-122"/>
                <a:cs typeface="Times New Roman" panose="02020603050405020304" pitchFamily="18" charset="0"/>
              </a:rPr>
              <a:t>同时，需要设置错误日志存放的目录，建议您将 PHP 错误日志与 Apache 的日志存放在同一目录下：</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457200" lvl="0" defTabSz="914400">
              <a:lnSpc>
                <a:spcPct val="150000"/>
              </a:lnSpc>
              <a:buFontTx/>
              <a:buAutoNum type="arabicPeriod"/>
            </a:pP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error_log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usr</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88"/>
                </a:solidFill>
                <a:latin typeface="Times New Roman" panose="02020603050405020304" pitchFamily="18" charset="0"/>
                <a:ea typeface="微软雅黑" panose="020B0503020204020204" pitchFamily="34" charset="-122"/>
                <a:cs typeface="Times New Roman" panose="02020603050405020304" pitchFamily="18" charset="0"/>
              </a:rPr>
              <a:t>local</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apache2</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logs</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php_error</a:t>
            </a:r>
            <a:r>
              <a:rPr lang="zh-CN" altLang="zh-CN" sz="1800" dirty="0">
                <a:solidFill>
                  <a:srgbClr val="6666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8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log</a:t>
            </a:r>
            <a:endParaRPr lang="zh-CN" altLang="zh-CN" sz="18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defTabSz="914400">
              <a:lnSpc>
                <a:spcPct val="150000"/>
              </a:lnSpc>
            </a:pPr>
            <a:r>
              <a:rPr lang="zh-CN" altLang="zh-CN" sz="1800" b="1" i="1" dirty="0">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zh-CN" sz="18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800" dirty="0">
                <a:latin typeface="Times New Roman" panose="02020603050405020304" pitchFamily="18" charset="0"/>
                <a:ea typeface="微软雅黑" panose="020B0503020204020204" pitchFamily="34" charset="-122"/>
                <a:cs typeface="Times New Roman" panose="02020603050405020304" pitchFamily="18" charset="0"/>
              </a:rPr>
              <a:t>该文件必须设置允许 Apache 用户或用户组具有写的权限。</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555309" y="1265129"/>
            <a:ext cx="7014575" cy="830997"/>
          </a:xfrm>
          <a:prstGeom prst="rect">
            <a:avLst/>
          </a:prstGeom>
          <a:noFill/>
        </p:spPr>
        <p:txBody>
          <a:bodyPr wrap="square" rtlCol="0">
            <a:spAutoFit/>
          </a:bodyPr>
          <a:lstStyle/>
          <a:p>
            <a:pPr algn="ctr"/>
            <a:r>
              <a:rPr lang="zh-CN" altLang="en-US" sz="4800" dirty="0">
                <a:solidFill>
                  <a:schemeClr val="bg1">
                    <a:lumMod val="95000"/>
                  </a:schemeClr>
                </a:solidFill>
                <a:latin typeface="黑体" panose="02010609060101010101" pitchFamily="49" charset="-122"/>
                <a:ea typeface="黑体" panose="02010609060101010101" pitchFamily="49" charset="-122"/>
              </a:rPr>
              <a:t>谢谢！</a:t>
            </a:r>
          </a:p>
        </p:txBody>
      </p:sp>
      <p:sp>
        <p:nvSpPr>
          <p:cNvPr id="3" name="文本框 2"/>
          <p:cNvSpPr txBox="1"/>
          <p:nvPr/>
        </p:nvSpPr>
        <p:spPr>
          <a:xfrm>
            <a:off x="246346" y="5590158"/>
            <a:ext cx="11160690" cy="646331"/>
          </a:xfrm>
          <a:prstGeom prst="rect">
            <a:avLst/>
          </a:prstGeom>
          <a:noFill/>
        </p:spPr>
        <p:txBody>
          <a:bodyPr wrap="square" rtlCol="0">
            <a:spAutoFit/>
          </a:bodyPr>
          <a:lstStyle/>
          <a:p>
            <a:pPr algn="ctr"/>
            <a:r>
              <a:rPr lang="zh-CN" altLang="en-US" sz="3600" b="1" dirty="0">
                <a:solidFill>
                  <a:schemeClr val="bg1"/>
                </a:solidFill>
                <a:latin typeface="微软雅黑" panose="020B0503020204020204" pitchFamily="34" charset="-122"/>
                <a:ea typeface="微软雅黑" panose="020B0503020204020204" pitchFamily="34" charset="-122"/>
              </a:rPr>
              <a:t>信息产业信息安全测评中心</a:t>
            </a:r>
            <a:endParaRPr lang="en-US" altLang="zh-CN" sz="3600" b="1"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4688720" y="4285625"/>
            <a:ext cx="2293698" cy="2293698"/>
          </a:xfrm>
          <a:prstGeom prst="rect">
            <a:avLst/>
          </a:prstGeom>
        </p:spPr>
      </p:pic>
      <p:sp>
        <p:nvSpPr>
          <p:cNvPr id="5" name="灯片编号占位符 4"/>
          <p:cNvSpPr>
            <a:spLocks noGrp="1"/>
          </p:cNvSpPr>
          <p:nvPr>
            <p:ph type="sldNum" sz="quarter" idx="12"/>
          </p:nvPr>
        </p:nvSpPr>
        <p:spPr/>
        <p:txBody>
          <a:bodyPr/>
          <a:lstStyle/>
          <a:p>
            <a:fld id="{30B20124-87A5-4C63-860E-1170BBAA92B9}" type="slidenum">
              <a:rPr lang="zh-CN" altLang="en-US" smtClean="0"/>
              <a:t>38</a:t>
            </a:fld>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OC_GUID" val="{d697e7e3-6dcd-476c-8dc8-7c253e9fac2a}"/>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3791</Words>
  <Application>Microsoft Macintosh PowerPoint</Application>
  <PresentationFormat>自定义</PresentationFormat>
  <Paragraphs>342</Paragraphs>
  <Slides>39</Slides>
  <Notes>31</Notes>
  <HiddenSlides>0</HiddenSlides>
  <MMClips>0</MMClips>
  <ScaleCrop>false</ScaleCrop>
  <HeadingPairs>
    <vt:vector size="6" baseType="variant">
      <vt:variant>
        <vt:lpstr>已用的字体</vt:lpstr>
      </vt:variant>
      <vt:variant>
        <vt:i4>10</vt:i4>
      </vt:variant>
      <vt:variant>
        <vt:lpstr>主题</vt:lpstr>
      </vt:variant>
      <vt:variant>
        <vt:i4>4</vt:i4>
      </vt:variant>
      <vt:variant>
        <vt:lpstr>幻灯片标题</vt:lpstr>
      </vt:variant>
      <vt:variant>
        <vt:i4>39</vt:i4>
      </vt:variant>
    </vt:vector>
  </HeadingPairs>
  <TitlesOfParts>
    <vt:vector size="53" baseType="lpstr">
      <vt:lpstr>等线</vt:lpstr>
      <vt:lpstr>等线 Light</vt:lpstr>
      <vt:lpstr>黑体</vt:lpstr>
      <vt:lpstr>微软雅黑</vt:lpstr>
      <vt:lpstr>Arial</vt:lpstr>
      <vt:lpstr>Calibri</vt:lpstr>
      <vt:lpstr>Calibri Light</vt:lpstr>
      <vt:lpstr>Consolas</vt:lpstr>
      <vt:lpstr>Times New Roman</vt:lpstr>
      <vt:lpstr>Wingdings</vt:lpstr>
      <vt:lpstr>自定义设计方案</vt:lpstr>
      <vt:lpstr>1_自定义设计方案</vt:lpstr>
      <vt:lpstr>Office 主题​​</vt:lpstr>
      <vt:lpstr>3_自定义设计方案</vt:lpstr>
      <vt:lpstr>PowerPoint 演示文稿</vt:lpstr>
      <vt:lpstr>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solarain</dc:creator>
  <cp:lastModifiedBy>wang yu</cp:lastModifiedBy>
  <cp:revision>477</cp:revision>
  <cp:lastPrinted>2017-12-28T10:11:00Z</cp:lastPrinted>
  <dcterms:created xsi:type="dcterms:W3CDTF">2016-06-02T02:28:00Z</dcterms:created>
  <dcterms:modified xsi:type="dcterms:W3CDTF">2019-05-07T09:40:14Z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ies>
</file>